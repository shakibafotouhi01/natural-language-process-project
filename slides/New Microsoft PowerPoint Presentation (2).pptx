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8" r:id="rId2"/>
    <p:sldMasterId id="2147483702" r:id="rId3"/>
  </p:sldMasterIdLst>
  <p:notesMasterIdLst>
    <p:notesMasterId r:id="rId30"/>
  </p:notesMasterIdLst>
  <p:sldIdLst>
    <p:sldId id="256" r:id="rId4"/>
    <p:sldId id="285" r:id="rId5"/>
    <p:sldId id="259" r:id="rId6"/>
    <p:sldId id="287" r:id="rId7"/>
    <p:sldId id="286" r:id="rId8"/>
    <p:sldId id="262" r:id="rId9"/>
    <p:sldId id="298" r:id="rId10"/>
    <p:sldId id="264" r:id="rId11"/>
    <p:sldId id="291" r:id="rId12"/>
    <p:sldId id="292" r:id="rId13"/>
    <p:sldId id="265" r:id="rId14"/>
    <p:sldId id="293" r:id="rId15"/>
    <p:sldId id="299" r:id="rId16"/>
    <p:sldId id="301" r:id="rId17"/>
    <p:sldId id="294" r:id="rId18"/>
    <p:sldId id="296" r:id="rId19"/>
    <p:sldId id="295" r:id="rId20"/>
    <p:sldId id="297" r:id="rId21"/>
    <p:sldId id="309" r:id="rId22"/>
    <p:sldId id="311" r:id="rId23"/>
    <p:sldId id="312" r:id="rId24"/>
    <p:sldId id="310" r:id="rId25"/>
    <p:sldId id="303" r:id="rId26"/>
    <p:sldId id="305" r:id="rId27"/>
    <p:sldId id="307" r:id="rId28"/>
    <p:sldId id="30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4B0E9C-8C5A-4C22-849E-70D5FA853E5D}">
          <p14:sldIdLst>
            <p14:sldId id="256"/>
            <p14:sldId id="285"/>
            <p14:sldId id="259"/>
            <p14:sldId id="287"/>
            <p14:sldId id="286"/>
            <p14:sldId id="262"/>
            <p14:sldId id="298"/>
            <p14:sldId id="264"/>
            <p14:sldId id="291"/>
            <p14:sldId id="292"/>
            <p14:sldId id="265"/>
            <p14:sldId id="293"/>
            <p14:sldId id="299"/>
            <p14:sldId id="301"/>
            <p14:sldId id="294"/>
            <p14:sldId id="296"/>
            <p14:sldId id="295"/>
            <p14:sldId id="297"/>
            <p14:sldId id="309"/>
            <p14:sldId id="311"/>
            <p14:sldId id="312"/>
            <p14:sldId id="310"/>
            <p14:sldId id="303"/>
            <p14:sldId id="305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96E3B-938A-4521-BDD6-C83CB7FC55B9}" v="640" dt="2026-03-27T12:39:09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60"/>
  </p:normalViewPr>
  <p:slideViewPr>
    <p:cSldViewPr snapToGrid="0">
      <p:cViewPr varScale="1">
        <p:scale>
          <a:sx n="60" d="100"/>
          <a:sy n="60" d="100"/>
        </p:scale>
        <p:origin x="9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kiba Foutohi" userId="3a43711e5e4d115e" providerId="LiveId" clId="{1A7688B5-845B-4F3D-9B67-70F44E40E6D2}"/>
    <pc:docChg chg="undo redo custSel addSld delSld modSld sldOrd delMainMaster addSection delSection modSection">
      <pc:chgData name="Shakiba Foutohi" userId="3a43711e5e4d115e" providerId="LiveId" clId="{1A7688B5-845B-4F3D-9B67-70F44E40E6D2}" dt="2026-03-27T12:40:58.010" v="7727" actId="729"/>
      <pc:docMkLst>
        <pc:docMk/>
      </pc:docMkLst>
      <pc:sldChg chg="addSp delSp modSp new mod modTransition setBg delDesignElem">
        <pc:chgData name="Shakiba Foutohi" userId="3a43711e5e4d115e" providerId="LiveId" clId="{1A7688B5-845B-4F3D-9B67-70F44E40E6D2}" dt="2026-03-27T11:38:41.018" v="7257"/>
        <pc:sldMkLst>
          <pc:docMk/>
          <pc:sldMk cId="1555528806" sldId="256"/>
        </pc:sldMkLst>
        <pc:spChg chg="mod">
          <ac:chgData name="Shakiba Foutohi" userId="3a43711e5e4d115e" providerId="LiveId" clId="{1A7688B5-845B-4F3D-9B67-70F44E40E6D2}" dt="2026-03-24T14:44:02.273" v="1696" actId="27636"/>
          <ac:spMkLst>
            <pc:docMk/>
            <pc:sldMk cId="1555528806" sldId="256"/>
            <ac:spMk id="2" creationId="{134FC1B1-40E7-F1D5-CF0D-108DE11ABB43}"/>
          </ac:spMkLst>
        </pc:spChg>
        <pc:spChg chg="mod">
          <ac:chgData name="Shakiba Foutohi" userId="3a43711e5e4d115e" providerId="LiveId" clId="{1A7688B5-845B-4F3D-9B67-70F44E40E6D2}" dt="2026-03-24T14:46:27.550" v="1718" actId="1076"/>
          <ac:spMkLst>
            <pc:docMk/>
            <pc:sldMk cId="1555528806" sldId="256"/>
            <ac:spMk id="3" creationId="{05D1A65F-50FD-06BC-7E4F-886D17123D5B}"/>
          </ac:spMkLst>
        </pc:spChg>
        <pc:spChg chg="add mod">
          <ac:chgData name="Shakiba Foutohi" userId="3a43711e5e4d115e" providerId="LiveId" clId="{1A7688B5-845B-4F3D-9B67-70F44E40E6D2}" dt="2026-03-23T19:17:27.977" v="1648" actId="26606"/>
          <ac:spMkLst>
            <pc:docMk/>
            <pc:sldMk cId="1555528806" sldId="256"/>
            <ac:spMk id="5" creationId="{B87A115C-E628-BD30-6BBE-867C7382CF82}"/>
          </ac:spMkLst>
        </pc:spChg>
      </pc:sldChg>
      <pc:sldChg chg="add del modTransition setBg modNotes">
        <pc:chgData name="Shakiba Foutohi" userId="3a43711e5e4d115e" providerId="LiveId" clId="{1A7688B5-845B-4F3D-9B67-70F44E40E6D2}" dt="2026-03-27T08:03:00.295" v="6556" actId="47"/>
        <pc:sldMkLst>
          <pc:docMk/>
          <pc:sldMk cId="0" sldId="257"/>
        </pc:sldMkLst>
      </pc:sldChg>
      <pc:sldChg chg="addSp delSp modSp new mod ord modTransition">
        <pc:chgData name="Shakiba Foutohi" userId="3a43711e5e4d115e" providerId="LiveId" clId="{1A7688B5-845B-4F3D-9B67-70F44E40E6D2}" dt="2026-03-27T11:38:41.018" v="7257"/>
        <pc:sldMkLst>
          <pc:docMk/>
          <pc:sldMk cId="398317928" sldId="259"/>
        </pc:sldMkLst>
        <pc:spChg chg="add mod">
          <ac:chgData name="Shakiba Foutohi" userId="3a43711e5e4d115e" providerId="LiveId" clId="{1A7688B5-845B-4F3D-9B67-70F44E40E6D2}" dt="2026-03-25T10:49:17.417" v="4669" actId="1035"/>
          <ac:spMkLst>
            <pc:docMk/>
            <pc:sldMk cId="398317928" sldId="259"/>
            <ac:spMk id="7" creationId="{7732F2E1-3FB0-6D34-DD69-AB6CDE192531}"/>
          </ac:spMkLst>
        </pc:spChg>
        <pc:spChg chg="add mod ord">
          <ac:chgData name="Shakiba Foutohi" userId="3a43711e5e4d115e" providerId="LiveId" clId="{1A7688B5-845B-4F3D-9B67-70F44E40E6D2}" dt="2026-03-25T10:49:09.082" v="4638" actId="166"/>
          <ac:spMkLst>
            <pc:docMk/>
            <pc:sldMk cId="398317928" sldId="259"/>
            <ac:spMk id="8" creationId="{BACD9B90-B57E-6BD3-CEA5-2BFE2C73099D}"/>
          </ac:spMkLst>
        </pc:spChg>
        <pc:spChg chg="add mod">
          <ac:chgData name="Shakiba Foutohi" userId="3a43711e5e4d115e" providerId="LiveId" clId="{1A7688B5-845B-4F3D-9B67-70F44E40E6D2}" dt="2026-03-25T10:51:03.201" v="4676" actId="20577"/>
          <ac:spMkLst>
            <pc:docMk/>
            <pc:sldMk cId="398317928" sldId="259"/>
            <ac:spMk id="9" creationId="{83250D72-FC78-1ADF-84D8-588D1C151ACE}"/>
          </ac:spMkLst>
        </pc:spChg>
        <pc:spChg chg="add mod ord">
          <ac:chgData name="Shakiba Foutohi" userId="3a43711e5e4d115e" providerId="LiveId" clId="{1A7688B5-845B-4F3D-9B67-70F44E40E6D2}" dt="2026-03-25T10:48:46.811" v="4634" actId="166"/>
          <ac:spMkLst>
            <pc:docMk/>
            <pc:sldMk cId="398317928" sldId="259"/>
            <ac:spMk id="11" creationId="{C7D83E16-C591-4BE2-C94D-23242F9FD337}"/>
          </ac:spMkLst>
        </pc:spChg>
        <pc:spChg chg="mod">
          <ac:chgData name="Shakiba Foutohi" userId="3a43711e5e4d115e" providerId="LiveId" clId="{1A7688B5-845B-4F3D-9B67-70F44E40E6D2}" dt="2026-03-25T10:47:34.193" v="4616" actId="404"/>
          <ac:spMkLst>
            <pc:docMk/>
            <pc:sldMk cId="398317928" sldId="259"/>
            <ac:spMk id="12" creationId="{02A3E3F7-F22D-70C3-3A6E-08769F985336}"/>
          </ac:spMkLst>
        </pc:spChg>
        <pc:spChg chg="add mod">
          <ac:chgData name="Shakiba Foutohi" userId="3a43711e5e4d115e" providerId="LiveId" clId="{1A7688B5-845B-4F3D-9B67-70F44E40E6D2}" dt="2026-03-25T10:49:17.417" v="4669" actId="1035"/>
          <ac:spMkLst>
            <pc:docMk/>
            <pc:sldMk cId="398317928" sldId="259"/>
            <ac:spMk id="14" creationId="{10E3B48F-B890-22BF-5F6F-155B817E5BB9}"/>
          </ac:spMkLst>
        </pc:spChg>
        <pc:spChg chg="add mod">
          <ac:chgData name="Shakiba Foutohi" userId="3a43711e5e4d115e" providerId="LiveId" clId="{1A7688B5-845B-4F3D-9B67-70F44E40E6D2}" dt="2026-03-25T10:51:33.649" v="4683" actId="20577"/>
          <ac:spMkLst>
            <pc:docMk/>
            <pc:sldMk cId="398317928" sldId="259"/>
            <ac:spMk id="15" creationId="{BF55B89C-6FD3-2C13-2AC1-8BAD16FC2B14}"/>
          </ac:spMkLst>
        </pc:spChg>
        <pc:spChg chg="add mod">
          <ac:chgData name="Shakiba Foutohi" userId="3a43711e5e4d115e" providerId="LiveId" clId="{1A7688B5-845B-4F3D-9B67-70F44E40E6D2}" dt="2026-03-27T07:55:40.966" v="6546" actId="20577"/>
          <ac:spMkLst>
            <pc:docMk/>
            <pc:sldMk cId="398317928" sldId="259"/>
            <ac:spMk id="17" creationId="{DCA5D27F-DBEA-A2B4-FA53-A82C842BA49A}"/>
          </ac:spMkLst>
        </pc:spChg>
        <pc:spChg chg="add mod">
          <ac:chgData name="Shakiba Foutohi" userId="3a43711e5e4d115e" providerId="LiveId" clId="{1A7688B5-845B-4F3D-9B67-70F44E40E6D2}" dt="2026-03-25T10:48:40.741" v="4633" actId="1076"/>
          <ac:spMkLst>
            <pc:docMk/>
            <pc:sldMk cId="398317928" sldId="259"/>
            <ac:spMk id="23" creationId="{01698CBF-06DC-CF46-5483-4491CB8AC2FD}"/>
          </ac:spMkLst>
        </pc:spChg>
        <pc:spChg chg="add mod">
          <ac:chgData name="Shakiba Foutohi" userId="3a43711e5e4d115e" providerId="LiveId" clId="{1A7688B5-845B-4F3D-9B67-70F44E40E6D2}" dt="2026-03-25T10:49:04.359" v="4637" actId="1076"/>
          <ac:spMkLst>
            <pc:docMk/>
            <pc:sldMk cId="398317928" sldId="259"/>
            <ac:spMk id="24" creationId="{8C786BED-39FA-F390-243E-7D746360D249}"/>
          </ac:spMkLst>
        </pc:spChg>
      </pc:sldChg>
      <pc:sldChg chg="addSp delSp modSp new mod ord modTransition">
        <pc:chgData name="Shakiba Foutohi" userId="3a43711e5e4d115e" providerId="LiveId" clId="{1A7688B5-845B-4F3D-9B67-70F44E40E6D2}" dt="2026-03-27T11:38:41.018" v="7257"/>
        <pc:sldMkLst>
          <pc:docMk/>
          <pc:sldMk cId="919476360" sldId="262"/>
        </pc:sldMkLst>
        <pc:spChg chg="add mod">
          <ac:chgData name="Shakiba Foutohi" userId="3a43711e5e4d115e" providerId="LiveId" clId="{1A7688B5-845B-4F3D-9B67-70F44E40E6D2}" dt="2026-03-25T08:57:58.182" v="4054" actId="120"/>
          <ac:spMkLst>
            <pc:docMk/>
            <pc:sldMk cId="919476360" sldId="262"/>
            <ac:spMk id="5" creationId="{02C0C34A-2831-F94A-72A4-6538A3F38D2B}"/>
          </ac:spMkLst>
        </pc:spChg>
        <pc:spChg chg="add mod">
          <ac:chgData name="Shakiba Foutohi" userId="3a43711e5e4d115e" providerId="LiveId" clId="{1A7688B5-845B-4F3D-9B67-70F44E40E6D2}" dt="2026-03-24T15:53:58.863" v="3275" actId="1038"/>
          <ac:spMkLst>
            <pc:docMk/>
            <pc:sldMk cId="919476360" sldId="262"/>
            <ac:spMk id="7" creationId="{99C75CDA-1256-4DE9-B6B5-3D12626FBC3A}"/>
          </ac:spMkLst>
        </pc:spChg>
        <pc:spChg chg="add mod">
          <ac:chgData name="Shakiba Foutohi" userId="3a43711e5e4d115e" providerId="LiveId" clId="{1A7688B5-845B-4F3D-9B67-70F44E40E6D2}" dt="2026-03-24T15:53:58.863" v="3275" actId="1038"/>
          <ac:spMkLst>
            <pc:docMk/>
            <pc:sldMk cId="919476360" sldId="262"/>
            <ac:spMk id="9" creationId="{684AE667-37E7-87F3-6591-4F0DF325D33B}"/>
          </ac:spMkLst>
        </pc:spChg>
        <pc:spChg chg="add mod">
          <ac:chgData name="Shakiba Foutohi" userId="3a43711e5e4d115e" providerId="LiveId" clId="{1A7688B5-845B-4F3D-9B67-70F44E40E6D2}" dt="2026-03-24T15:53:58.863" v="3275" actId="1038"/>
          <ac:spMkLst>
            <pc:docMk/>
            <pc:sldMk cId="919476360" sldId="262"/>
            <ac:spMk id="18" creationId="{01FEFDF8-6F9F-9858-7BF7-17539994C992}"/>
          </ac:spMkLst>
        </pc:spChg>
        <pc:spChg chg="add mod">
          <ac:chgData name="Shakiba Foutohi" userId="3a43711e5e4d115e" providerId="LiveId" clId="{1A7688B5-845B-4F3D-9B67-70F44E40E6D2}" dt="2026-03-24T15:53:58.863" v="3275" actId="1038"/>
          <ac:spMkLst>
            <pc:docMk/>
            <pc:sldMk cId="919476360" sldId="262"/>
            <ac:spMk id="22" creationId="{154FE371-CB7A-D917-8EB3-79A5A5FDE86F}"/>
          </ac:spMkLst>
        </pc:spChg>
        <pc:spChg chg="add mod">
          <ac:chgData name="Shakiba Foutohi" userId="3a43711e5e4d115e" providerId="LiveId" clId="{1A7688B5-845B-4F3D-9B67-70F44E40E6D2}" dt="2026-03-24T15:53:58.863" v="3275" actId="1038"/>
          <ac:spMkLst>
            <pc:docMk/>
            <pc:sldMk cId="919476360" sldId="262"/>
            <ac:spMk id="23" creationId="{EC2E0AC8-3C2A-CBFD-D689-4C32BE442974}"/>
          </ac:spMkLst>
        </pc:spChg>
        <pc:spChg chg="add mod">
          <ac:chgData name="Shakiba Foutohi" userId="3a43711e5e4d115e" providerId="LiveId" clId="{1A7688B5-845B-4F3D-9B67-70F44E40E6D2}" dt="2026-03-24T15:53:58.863" v="3275" actId="1038"/>
          <ac:spMkLst>
            <pc:docMk/>
            <pc:sldMk cId="919476360" sldId="262"/>
            <ac:spMk id="24" creationId="{755724BC-68E4-1335-DCE7-0D0C3C63896E}"/>
          </ac:spMkLst>
        </pc:spChg>
        <pc:spChg chg="add mod">
          <ac:chgData name="Shakiba Foutohi" userId="3a43711e5e4d115e" providerId="LiveId" clId="{1A7688B5-845B-4F3D-9B67-70F44E40E6D2}" dt="2026-03-27T10:42:20.118" v="7082" actId="20577"/>
          <ac:spMkLst>
            <pc:docMk/>
            <pc:sldMk cId="919476360" sldId="262"/>
            <ac:spMk id="31" creationId="{0B39D178-E2DD-4AC7-A02F-6A51A73F5C75}"/>
          </ac:spMkLst>
        </pc:spChg>
        <pc:spChg chg="add mod">
          <ac:chgData name="Shakiba Foutohi" userId="3a43711e5e4d115e" providerId="LiveId" clId="{1A7688B5-845B-4F3D-9B67-70F44E40E6D2}" dt="2026-03-25T10:04:46.654" v="4466" actId="14100"/>
          <ac:spMkLst>
            <pc:docMk/>
            <pc:sldMk cId="919476360" sldId="262"/>
            <ac:spMk id="36" creationId="{8CC04F1B-FCD3-9FDE-860F-35A26E05A602}"/>
          </ac:spMkLst>
        </pc:spChg>
        <pc:spChg chg="add mod">
          <ac:chgData name="Shakiba Foutohi" userId="3a43711e5e4d115e" providerId="LiveId" clId="{1A7688B5-845B-4F3D-9B67-70F44E40E6D2}" dt="2026-03-24T15:53:58.863" v="3275" actId="1038"/>
          <ac:spMkLst>
            <pc:docMk/>
            <pc:sldMk cId="919476360" sldId="262"/>
            <ac:spMk id="38" creationId="{5B31307A-3A2D-860B-DD35-5C8C7C9642B4}"/>
          </ac:spMkLst>
        </pc:spChg>
        <pc:spChg chg="add mod">
          <ac:chgData name="Shakiba Foutohi" userId="3a43711e5e4d115e" providerId="LiveId" clId="{1A7688B5-845B-4F3D-9B67-70F44E40E6D2}" dt="2026-03-24T15:48:34.445" v="3183" actId="14100"/>
          <ac:spMkLst>
            <pc:docMk/>
            <pc:sldMk cId="919476360" sldId="262"/>
            <ac:spMk id="39" creationId="{BB66642B-6EE2-D831-E27F-7FF68E873ABB}"/>
          </ac:spMkLst>
        </pc:spChg>
        <pc:spChg chg="add mod">
          <ac:chgData name="Shakiba Foutohi" userId="3a43711e5e4d115e" providerId="LiveId" clId="{1A7688B5-845B-4F3D-9B67-70F44E40E6D2}" dt="2026-03-24T15:53:58.863" v="3275" actId="1038"/>
          <ac:spMkLst>
            <pc:docMk/>
            <pc:sldMk cId="919476360" sldId="262"/>
            <ac:spMk id="40" creationId="{228045E1-193B-08A6-0452-214831D5ED24}"/>
          </ac:spMkLst>
        </pc:spChg>
        <pc:spChg chg="add mod">
          <ac:chgData name="Shakiba Foutohi" userId="3a43711e5e4d115e" providerId="LiveId" clId="{1A7688B5-845B-4F3D-9B67-70F44E40E6D2}" dt="2026-03-24T15:53:58.863" v="3275" actId="1038"/>
          <ac:spMkLst>
            <pc:docMk/>
            <pc:sldMk cId="919476360" sldId="262"/>
            <ac:spMk id="42" creationId="{0E44D12B-46C7-399B-05E4-4B7C205E1C26}"/>
          </ac:spMkLst>
        </pc:spChg>
        <pc:graphicFrameChg chg="add mod modGraphic">
          <ac:chgData name="Shakiba Foutohi" userId="3a43711e5e4d115e" providerId="LiveId" clId="{1A7688B5-845B-4F3D-9B67-70F44E40E6D2}" dt="2026-03-24T15:49:06.625" v="3187" actId="1076"/>
          <ac:graphicFrameMkLst>
            <pc:docMk/>
            <pc:sldMk cId="919476360" sldId="262"/>
            <ac:graphicFrameMk id="33" creationId="{65C0465F-4C66-80AA-26EE-1D945D2622DB}"/>
          </ac:graphicFrameMkLst>
        </pc:graphicFrameChg>
      </pc:sldChg>
      <pc:sldChg chg="addSp delSp modSp new mod modTransition">
        <pc:chgData name="Shakiba Foutohi" userId="3a43711e5e4d115e" providerId="LiveId" clId="{1A7688B5-845B-4F3D-9B67-70F44E40E6D2}" dt="2026-03-27T11:38:41.018" v="7257"/>
        <pc:sldMkLst>
          <pc:docMk/>
          <pc:sldMk cId="2718006284" sldId="264"/>
        </pc:sldMkLst>
        <pc:spChg chg="add mod">
          <ac:chgData name="Shakiba Foutohi" userId="3a43711e5e4d115e" providerId="LiveId" clId="{1A7688B5-845B-4F3D-9B67-70F44E40E6D2}" dt="2026-03-24T16:17:11.307" v="3678" actId="207"/>
          <ac:spMkLst>
            <pc:docMk/>
            <pc:sldMk cId="2718006284" sldId="264"/>
            <ac:spMk id="7" creationId="{BCD7A812-7D61-77A0-26FA-A1B82E83FC80}"/>
          </ac:spMkLst>
        </pc:spChg>
        <pc:spChg chg="add del mod">
          <ac:chgData name="Shakiba Foutohi" userId="3a43711e5e4d115e" providerId="LiveId" clId="{1A7688B5-845B-4F3D-9B67-70F44E40E6D2}" dt="2026-03-24T16:20:20.008" v="3714" actId="404"/>
          <ac:spMkLst>
            <pc:docMk/>
            <pc:sldMk cId="2718006284" sldId="264"/>
            <ac:spMk id="10" creationId="{F81EA4AA-2098-020D-3646-A93DD4EF06BD}"/>
          </ac:spMkLst>
        </pc:spChg>
        <pc:spChg chg="add mod">
          <ac:chgData name="Shakiba Foutohi" userId="3a43711e5e4d115e" providerId="LiveId" clId="{1A7688B5-845B-4F3D-9B67-70F44E40E6D2}" dt="2026-03-24T16:16:20.905" v="3664" actId="1037"/>
          <ac:spMkLst>
            <pc:docMk/>
            <pc:sldMk cId="2718006284" sldId="264"/>
            <ac:spMk id="19" creationId="{BED746EC-4B98-F22B-C753-65789FB98D79}"/>
          </ac:spMkLst>
        </pc:spChg>
        <pc:spChg chg="add mod">
          <ac:chgData name="Shakiba Foutohi" userId="3a43711e5e4d115e" providerId="LiveId" clId="{1A7688B5-845B-4F3D-9B67-70F44E40E6D2}" dt="2026-03-24T16:16:20.905" v="3664" actId="1037"/>
          <ac:spMkLst>
            <pc:docMk/>
            <pc:sldMk cId="2718006284" sldId="264"/>
            <ac:spMk id="20" creationId="{808F48D5-70C5-4A58-973A-9AC94F7ABACF}"/>
          </ac:spMkLst>
        </pc:spChg>
        <pc:spChg chg="add mod">
          <ac:chgData name="Shakiba Foutohi" userId="3a43711e5e4d115e" providerId="LiveId" clId="{1A7688B5-845B-4F3D-9B67-70F44E40E6D2}" dt="2026-03-24T16:16:20.905" v="3664" actId="1037"/>
          <ac:spMkLst>
            <pc:docMk/>
            <pc:sldMk cId="2718006284" sldId="264"/>
            <ac:spMk id="21" creationId="{0D55E5BE-3139-5778-51BE-B0811C90A6BE}"/>
          </ac:spMkLst>
        </pc:spChg>
        <pc:spChg chg="add mod">
          <ac:chgData name="Shakiba Foutohi" userId="3a43711e5e4d115e" providerId="LiveId" clId="{1A7688B5-845B-4F3D-9B67-70F44E40E6D2}" dt="2026-03-24T16:16:20.905" v="3664" actId="1037"/>
          <ac:spMkLst>
            <pc:docMk/>
            <pc:sldMk cId="2718006284" sldId="264"/>
            <ac:spMk id="22" creationId="{170F3382-CB6E-9CDA-744F-1B92E701A034}"/>
          </ac:spMkLst>
        </pc:spChg>
        <pc:spChg chg="add mod">
          <ac:chgData name="Shakiba Foutohi" userId="3a43711e5e4d115e" providerId="LiveId" clId="{1A7688B5-845B-4F3D-9B67-70F44E40E6D2}" dt="2026-03-24T16:16:34.675" v="3676" actId="1038"/>
          <ac:spMkLst>
            <pc:docMk/>
            <pc:sldMk cId="2718006284" sldId="264"/>
            <ac:spMk id="23" creationId="{5E2634FF-970C-391E-E032-7D8616C0272A}"/>
          </ac:spMkLst>
        </pc:spChg>
        <pc:spChg chg="add mod">
          <ac:chgData name="Shakiba Foutohi" userId="3a43711e5e4d115e" providerId="LiveId" clId="{1A7688B5-845B-4F3D-9B67-70F44E40E6D2}" dt="2026-03-24T16:16:34.675" v="3676" actId="1038"/>
          <ac:spMkLst>
            <pc:docMk/>
            <pc:sldMk cId="2718006284" sldId="264"/>
            <ac:spMk id="24" creationId="{5462789E-6465-7D3B-B9DE-C9DE519782AA}"/>
          </ac:spMkLst>
        </pc:spChg>
        <pc:spChg chg="add mod">
          <ac:chgData name="Shakiba Foutohi" userId="3a43711e5e4d115e" providerId="LiveId" clId="{1A7688B5-845B-4F3D-9B67-70F44E40E6D2}" dt="2026-03-24T16:16:34.675" v="3676" actId="1038"/>
          <ac:spMkLst>
            <pc:docMk/>
            <pc:sldMk cId="2718006284" sldId="264"/>
            <ac:spMk id="25" creationId="{7D579757-3B27-D4F0-E3C8-1587D9B556CF}"/>
          </ac:spMkLst>
        </pc:spChg>
        <pc:spChg chg="add mod">
          <ac:chgData name="Shakiba Foutohi" userId="3a43711e5e4d115e" providerId="LiveId" clId="{1A7688B5-845B-4F3D-9B67-70F44E40E6D2}" dt="2026-03-24T16:16:57.649" v="3677" actId="20577"/>
          <ac:spMkLst>
            <pc:docMk/>
            <pc:sldMk cId="2718006284" sldId="264"/>
            <ac:spMk id="26" creationId="{DCCCE3B3-7785-C920-EC86-4899FA340894}"/>
          </ac:spMkLst>
        </pc:spChg>
        <pc:spChg chg="add mod">
          <ac:chgData name="Shakiba Foutohi" userId="3a43711e5e4d115e" providerId="LiveId" clId="{1A7688B5-845B-4F3D-9B67-70F44E40E6D2}" dt="2026-03-24T16:16:09.641" v="3657" actId="1076"/>
          <ac:spMkLst>
            <pc:docMk/>
            <pc:sldMk cId="2718006284" sldId="264"/>
            <ac:spMk id="27" creationId="{E227F959-75D4-91AD-0CBC-1197401E7298}"/>
          </ac:spMkLst>
        </pc:spChg>
        <pc:spChg chg="add mod">
          <ac:chgData name="Shakiba Foutohi" userId="3a43711e5e4d115e" providerId="LiveId" clId="{1A7688B5-845B-4F3D-9B67-70F44E40E6D2}" dt="2026-03-24T16:16:09.641" v="3657" actId="1076"/>
          <ac:spMkLst>
            <pc:docMk/>
            <pc:sldMk cId="2718006284" sldId="264"/>
            <ac:spMk id="28" creationId="{E0B77DFF-C4FC-8FA3-DC57-3EF7F1E4C3FD}"/>
          </ac:spMkLst>
        </pc:spChg>
        <pc:spChg chg="add mod">
          <ac:chgData name="Shakiba Foutohi" userId="3a43711e5e4d115e" providerId="LiveId" clId="{1A7688B5-845B-4F3D-9B67-70F44E40E6D2}" dt="2026-03-24T16:16:09.641" v="3657" actId="1076"/>
          <ac:spMkLst>
            <pc:docMk/>
            <pc:sldMk cId="2718006284" sldId="264"/>
            <ac:spMk id="29" creationId="{6302F614-DF14-6E88-6B8F-A5601A56211B}"/>
          </ac:spMkLst>
        </pc:spChg>
        <pc:spChg chg="add mod">
          <ac:chgData name="Shakiba Foutohi" userId="3a43711e5e4d115e" providerId="LiveId" clId="{1A7688B5-845B-4F3D-9B67-70F44E40E6D2}" dt="2026-03-24T16:16:09.641" v="3657" actId="1076"/>
          <ac:spMkLst>
            <pc:docMk/>
            <pc:sldMk cId="2718006284" sldId="264"/>
            <ac:spMk id="30" creationId="{EF0D55FF-D736-356D-0B05-070254960BA6}"/>
          </ac:spMkLst>
        </pc:spChg>
      </pc:sldChg>
      <pc:sldChg chg="addSp delSp modSp new mod modTransition">
        <pc:chgData name="Shakiba Foutohi" userId="3a43711e5e4d115e" providerId="LiveId" clId="{1A7688B5-845B-4F3D-9B67-70F44E40E6D2}" dt="2026-03-27T11:38:41.018" v="7257"/>
        <pc:sldMkLst>
          <pc:docMk/>
          <pc:sldMk cId="3374410848" sldId="265"/>
        </pc:sldMkLst>
        <pc:spChg chg="add mod">
          <ac:chgData name="Shakiba Foutohi" userId="3a43711e5e4d115e" providerId="LiveId" clId="{1A7688B5-845B-4F3D-9B67-70F44E40E6D2}" dt="2026-03-25T09:12:07.529" v="4119" actId="1076"/>
          <ac:spMkLst>
            <pc:docMk/>
            <pc:sldMk cId="3374410848" sldId="265"/>
            <ac:spMk id="8" creationId="{0DDF0594-B833-5057-2B11-ADBDF39A0102}"/>
          </ac:spMkLst>
        </pc:spChg>
        <pc:spChg chg="add mod">
          <ac:chgData name="Shakiba Foutohi" userId="3a43711e5e4d115e" providerId="LiveId" clId="{1A7688B5-845B-4F3D-9B67-70F44E40E6D2}" dt="2026-03-25T09:17:43.739" v="4201" actId="1036"/>
          <ac:spMkLst>
            <pc:docMk/>
            <pc:sldMk cId="3374410848" sldId="265"/>
            <ac:spMk id="12" creationId="{57BC9000-5AC8-BFDA-05C5-9C5D26F505FD}"/>
          </ac:spMkLst>
        </pc:spChg>
        <pc:spChg chg="add mod">
          <ac:chgData name="Shakiba Foutohi" userId="3a43711e5e4d115e" providerId="LiveId" clId="{1A7688B5-845B-4F3D-9B67-70F44E40E6D2}" dt="2026-03-25T09:17:12.477" v="4177" actId="1036"/>
          <ac:spMkLst>
            <pc:docMk/>
            <pc:sldMk cId="3374410848" sldId="265"/>
            <ac:spMk id="13" creationId="{736055F8-DEAA-F282-AB7A-B42CDD60CEB2}"/>
          </ac:spMkLst>
        </pc:spChg>
        <pc:spChg chg="add mod">
          <ac:chgData name="Shakiba Foutohi" userId="3a43711e5e4d115e" providerId="LiveId" clId="{1A7688B5-845B-4F3D-9B67-70F44E40E6D2}" dt="2026-03-25T09:17:43.739" v="4201" actId="1036"/>
          <ac:spMkLst>
            <pc:docMk/>
            <pc:sldMk cId="3374410848" sldId="265"/>
            <ac:spMk id="14" creationId="{4E37D45C-9138-C285-173E-49E0C5E38D99}"/>
          </ac:spMkLst>
        </pc:spChg>
        <pc:spChg chg="add mod">
          <ac:chgData name="Shakiba Foutohi" userId="3a43711e5e4d115e" providerId="LiveId" clId="{1A7688B5-845B-4F3D-9B67-70F44E40E6D2}" dt="2026-03-27T10:45:50.561" v="7088" actId="207"/>
          <ac:spMkLst>
            <pc:docMk/>
            <pc:sldMk cId="3374410848" sldId="265"/>
            <ac:spMk id="15" creationId="{B9B278F8-4DFD-FBB0-2058-867D10FF7F26}"/>
          </ac:spMkLst>
        </pc:spChg>
        <pc:spChg chg="add mod topLvl">
          <ac:chgData name="Shakiba Foutohi" userId="3a43711e5e4d115e" providerId="LiveId" clId="{1A7688B5-845B-4F3D-9B67-70F44E40E6D2}" dt="2026-03-25T09:17:43.739" v="4201" actId="1036"/>
          <ac:spMkLst>
            <pc:docMk/>
            <pc:sldMk cId="3374410848" sldId="265"/>
            <ac:spMk id="18" creationId="{0BB0ECCF-45B2-8327-02AF-8B2F03FDE8C6}"/>
          </ac:spMkLst>
        </pc:spChg>
        <pc:spChg chg="add mod topLvl">
          <ac:chgData name="Shakiba Foutohi" userId="3a43711e5e4d115e" providerId="LiveId" clId="{1A7688B5-845B-4F3D-9B67-70F44E40E6D2}" dt="2026-03-25T09:17:43.739" v="4201" actId="1036"/>
          <ac:spMkLst>
            <pc:docMk/>
            <pc:sldMk cId="3374410848" sldId="265"/>
            <ac:spMk id="19" creationId="{E402347E-5FEE-039A-B134-EB630F2CADF2}"/>
          </ac:spMkLst>
        </pc:spChg>
        <pc:spChg chg="add mod topLvl">
          <ac:chgData name="Shakiba Foutohi" userId="3a43711e5e4d115e" providerId="LiveId" clId="{1A7688B5-845B-4F3D-9B67-70F44E40E6D2}" dt="2026-03-25T09:05:56.477" v="4077" actId="1076"/>
          <ac:spMkLst>
            <pc:docMk/>
            <pc:sldMk cId="3374410848" sldId="265"/>
            <ac:spMk id="20" creationId="{DFA7CF78-9EB1-12F9-7E8E-E8D776CFB207}"/>
          </ac:spMkLst>
        </pc:spChg>
        <pc:spChg chg="add mod">
          <ac:chgData name="Shakiba Foutohi" userId="3a43711e5e4d115e" providerId="LiveId" clId="{1A7688B5-845B-4F3D-9B67-70F44E40E6D2}" dt="2026-03-25T09:17:36.673" v="4193" actId="1036"/>
          <ac:spMkLst>
            <pc:docMk/>
            <pc:sldMk cId="3374410848" sldId="265"/>
            <ac:spMk id="22" creationId="{B078B5EA-9691-79FC-CD1F-1AF844E1ACD5}"/>
          </ac:spMkLst>
        </pc:spChg>
        <pc:spChg chg="add del mod">
          <ac:chgData name="Shakiba Foutohi" userId="3a43711e5e4d115e" providerId="LiveId" clId="{1A7688B5-845B-4F3D-9B67-70F44E40E6D2}" dt="2026-03-27T10:45:38.422" v="7086" actId="478"/>
          <ac:spMkLst>
            <pc:docMk/>
            <pc:sldMk cId="3374410848" sldId="265"/>
            <ac:spMk id="25" creationId="{F02FC89C-D434-43DF-3E3E-FC4C68455B03}"/>
          </ac:spMkLst>
        </pc:spChg>
        <pc:spChg chg="add mod">
          <ac:chgData name="Shakiba Foutohi" userId="3a43711e5e4d115e" providerId="LiveId" clId="{1A7688B5-845B-4F3D-9B67-70F44E40E6D2}" dt="2026-03-27T10:45:37.831" v="7085" actId="21"/>
          <ac:spMkLst>
            <pc:docMk/>
            <pc:sldMk cId="3374410848" sldId="265"/>
            <ac:spMk id="27" creationId="{6FA2C507-67A2-283F-0149-69AC270D26AA}"/>
          </ac:spMkLst>
        </pc:spChg>
        <pc:spChg chg="add mod">
          <ac:chgData name="Shakiba Foutohi" userId="3a43711e5e4d115e" providerId="LiveId" clId="{1A7688B5-845B-4F3D-9B67-70F44E40E6D2}" dt="2026-03-25T19:53:22.402" v="5620" actId="1035"/>
          <ac:spMkLst>
            <pc:docMk/>
            <pc:sldMk cId="3374410848" sldId="265"/>
            <ac:spMk id="28" creationId="{869D4752-E493-DBF1-3070-C3E8D616032B}"/>
          </ac:spMkLst>
        </pc:spChg>
        <pc:spChg chg="add mod">
          <ac:chgData name="Shakiba Foutohi" userId="3a43711e5e4d115e" providerId="LiveId" clId="{1A7688B5-845B-4F3D-9B67-70F44E40E6D2}" dt="2026-03-25T19:53:22.402" v="5620" actId="1035"/>
          <ac:spMkLst>
            <pc:docMk/>
            <pc:sldMk cId="3374410848" sldId="265"/>
            <ac:spMk id="29" creationId="{9B11C81A-386F-402E-DC53-356F87E36F03}"/>
          </ac:spMkLst>
        </pc:spChg>
        <pc:spChg chg="add mod">
          <ac:chgData name="Shakiba Foutohi" userId="3a43711e5e4d115e" providerId="LiveId" clId="{1A7688B5-845B-4F3D-9B67-70F44E40E6D2}" dt="2026-03-25T19:57:43.693" v="5714" actId="207"/>
          <ac:spMkLst>
            <pc:docMk/>
            <pc:sldMk cId="3374410848" sldId="265"/>
            <ac:spMk id="38" creationId="{D1631506-D37B-B1CF-20C5-23E61ABB967E}"/>
          </ac:spMkLst>
        </pc:spChg>
        <pc:spChg chg="add mod">
          <ac:chgData name="Shakiba Foutohi" userId="3a43711e5e4d115e" providerId="LiveId" clId="{1A7688B5-845B-4F3D-9B67-70F44E40E6D2}" dt="2026-03-25T09:39:18.822" v="4302" actId="1035"/>
          <ac:spMkLst>
            <pc:docMk/>
            <pc:sldMk cId="3374410848" sldId="265"/>
            <ac:spMk id="39" creationId="{A50487AF-5906-D1A4-0788-49F68EB38094}"/>
          </ac:spMkLst>
        </pc:spChg>
        <pc:spChg chg="add mod">
          <ac:chgData name="Shakiba Foutohi" userId="3a43711e5e4d115e" providerId="LiveId" clId="{1A7688B5-845B-4F3D-9B67-70F44E40E6D2}" dt="2026-03-25T09:39:18.822" v="4302" actId="1035"/>
          <ac:spMkLst>
            <pc:docMk/>
            <pc:sldMk cId="3374410848" sldId="265"/>
            <ac:spMk id="40" creationId="{7EBDAF66-BCCF-9887-7E78-390CA687642F}"/>
          </ac:spMkLst>
        </pc:spChg>
        <pc:spChg chg="add mod">
          <ac:chgData name="Shakiba Foutohi" userId="3a43711e5e4d115e" providerId="LiveId" clId="{1A7688B5-845B-4F3D-9B67-70F44E40E6D2}" dt="2026-03-25T19:52:49.187" v="5604" actId="14100"/>
          <ac:spMkLst>
            <pc:docMk/>
            <pc:sldMk cId="3374410848" sldId="265"/>
            <ac:spMk id="51" creationId="{2BDFB51D-95ED-EA82-58D5-299E1E436CB6}"/>
          </ac:spMkLst>
        </pc:spChg>
        <pc:spChg chg="add mod">
          <ac:chgData name="Shakiba Foutohi" userId="3a43711e5e4d115e" providerId="LiveId" clId="{1A7688B5-845B-4F3D-9B67-70F44E40E6D2}" dt="2026-03-25T09:40:20.647" v="4332" actId="207"/>
          <ac:spMkLst>
            <pc:docMk/>
            <pc:sldMk cId="3374410848" sldId="265"/>
            <ac:spMk id="52" creationId="{2B429320-C313-0D8F-864C-A93B58143EEB}"/>
          </ac:spMkLst>
        </pc:spChg>
        <pc:cxnChg chg="add mod">
          <ac:chgData name="Shakiba Foutohi" userId="3a43711e5e4d115e" providerId="LiveId" clId="{1A7688B5-845B-4F3D-9B67-70F44E40E6D2}" dt="2026-03-27T08:45:04.863" v="6580" actId="14100"/>
          <ac:cxnSpMkLst>
            <pc:docMk/>
            <pc:sldMk cId="3374410848" sldId="265"/>
            <ac:cxnSpMk id="4" creationId="{214606B2-43FB-1B9C-D446-33A793CBC1CE}"/>
          </ac:cxnSpMkLst>
        </pc:cxnChg>
      </pc:sldChg>
      <pc:sldChg chg="add del modTransition setBg modNotes">
        <pc:chgData name="Shakiba Foutohi" userId="3a43711e5e4d115e" providerId="LiveId" clId="{1A7688B5-845B-4F3D-9B67-70F44E40E6D2}" dt="2026-03-27T08:03:00.295" v="6556" actId="47"/>
        <pc:sldMkLst>
          <pc:docMk/>
          <pc:sldMk cId="0" sldId="272"/>
        </pc:sldMkLst>
      </pc:sldChg>
      <pc:sldChg chg="add del modTransition setBg modNotes">
        <pc:chgData name="Shakiba Foutohi" userId="3a43711e5e4d115e" providerId="LiveId" clId="{1A7688B5-845B-4F3D-9B67-70F44E40E6D2}" dt="2026-03-27T08:03:00.295" v="6556" actId="47"/>
        <pc:sldMkLst>
          <pc:docMk/>
          <pc:sldMk cId="0" sldId="273"/>
        </pc:sldMkLst>
      </pc:sldChg>
      <pc:sldChg chg="add del modTransition setBg modNotes">
        <pc:chgData name="Shakiba Foutohi" userId="3a43711e5e4d115e" providerId="LiveId" clId="{1A7688B5-845B-4F3D-9B67-70F44E40E6D2}" dt="2026-03-27T08:03:00.295" v="6556" actId="47"/>
        <pc:sldMkLst>
          <pc:docMk/>
          <pc:sldMk cId="0" sldId="274"/>
        </pc:sldMkLst>
      </pc:sldChg>
      <pc:sldChg chg="add del modTransition setBg modNotes">
        <pc:chgData name="Shakiba Foutohi" userId="3a43711e5e4d115e" providerId="LiveId" clId="{1A7688B5-845B-4F3D-9B67-70F44E40E6D2}" dt="2026-03-27T08:03:00.295" v="6556" actId="47"/>
        <pc:sldMkLst>
          <pc:docMk/>
          <pc:sldMk cId="0" sldId="275"/>
        </pc:sldMkLst>
      </pc:sldChg>
      <pc:sldChg chg="add del modTransition setBg modNotes">
        <pc:chgData name="Shakiba Foutohi" userId="3a43711e5e4d115e" providerId="LiveId" clId="{1A7688B5-845B-4F3D-9B67-70F44E40E6D2}" dt="2026-03-27T08:03:00.295" v="6556" actId="47"/>
        <pc:sldMkLst>
          <pc:docMk/>
          <pc:sldMk cId="0" sldId="276"/>
        </pc:sldMkLst>
      </pc:sldChg>
      <pc:sldChg chg="add del modTransition setBg modNotes">
        <pc:chgData name="Shakiba Foutohi" userId="3a43711e5e4d115e" providerId="LiveId" clId="{1A7688B5-845B-4F3D-9B67-70F44E40E6D2}" dt="2026-03-27T08:03:00.295" v="6556" actId="47"/>
        <pc:sldMkLst>
          <pc:docMk/>
          <pc:sldMk cId="0" sldId="277"/>
        </pc:sldMkLst>
      </pc:sldChg>
      <pc:sldChg chg="modSp add del mod modTransition setBg">
        <pc:chgData name="Shakiba Foutohi" userId="3a43711e5e4d115e" providerId="LiveId" clId="{1A7688B5-845B-4F3D-9B67-70F44E40E6D2}" dt="2026-03-27T08:03:00.295" v="6556" actId="47"/>
        <pc:sldMkLst>
          <pc:docMk/>
          <pc:sldMk cId="0" sldId="278"/>
        </pc:sldMkLst>
      </pc:sldChg>
      <pc:sldChg chg="add del modTransition setBg modNotes">
        <pc:chgData name="Shakiba Foutohi" userId="3a43711e5e4d115e" providerId="LiveId" clId="{1A7688B5-845B-4F3D-9B67-70F44E40E6D2}" dt="2026-03-27T08:03:00.295" v="6556" actId="47"/>
        <pc:sldMkLst>
          <pc:docMk/>
          <pc:sldMk cId="0" sldId="279"/>
        </pc:sldMkLst>
      </pc:sldChg>
      <pc:sldChg chg="add del modTransition setBg modNotes">
        <pc:chgData name="Shakiba Foutohi" userId="3a43711e5e4d115e" providerId="LiveId" clId="{1A7688B5-845B-4F3D-9B67-70F44E40E6D2}" dt="2026-03-27T08:03:00.295" v="6556" actId="47"/>
        <pc:sldMkLst>
          <pc:docMk/>
          <pc:sldMk cId="0" sldId="280"/>
        </pc:sldMkLst>
      </pc:sldChg>
      <pc:sldChg chg="add del modTransition setBg modNotes">
        <pc:chgData name="Shakiba Foutohi" userId="3a43711e5e4d115e" providerId="LiveId" clId="{1A7688B5-845B-4F3D-9B67-70F44E40E6D2}" dt="2026-03-27T08:03:00.295" v="6556" actId="47"/>
        <pc:sldMkLst>
          <pc:docMk/>
          <pc:sldMk cId="0" sldId="281"/>
        </pc:sldMkLst>
      </pc:sldChg>
      <pc:sldChg chg="addSp delSp modSp new mod modTransition modClrScheme chgLayout">
        <pc:chgData name="Shakiba Foutohi" userId="3a43711e5e4d115e" providerId="LiveId" clId="{1A7688B5-845B-4F3D-9B67-70F44E40E6D2}" dt="2026-03-27T11:38:41.018" v="7257"/>
        <pc:sldMkLst>
          <pc:docMk/>
          <pc:sldMk cId="3995107234" sldId="285"/>
        </pc:sldMkLst>
        <pc:spChg chg="add mod">
          <ac:chgData name="Shakiba Foutohi" userId="3a43711e5e4d115e" providerId="LiveId" clId="{1A7688B5-845B-4F3D-9B67-70F44E40E6D2}" dt="2026-03-25T10:53:18.981" v="4709" actId="120"/>
          <ac:spMkLst>
            <pc:docMk/>
            <pc:sldMk cId="3995107234" sldId="285"/>
            <ac:spMk id="7" creationId="{BB059C90-F90B-C928-9956-5930AD53D681}"/>
          </ac:spMkLst>
        </pc:spChg>
        <pc:spChg chg="add mod">
          <ac:chgData name="Shakiba Foutohi" userId="3a43711e5e4d115e" providerId="LiveId" clId="{1A7688B5-845B-4F3D-9B67-70F44E40E6D2}" dt="2026-03-25T11:17:31.978" v="4862" actId="1035"/>
          <ac:spMkLst>
            <pc:docMk/>
            <pc:sldMk cId="3995107234" sldId="285"/>
            <ac:spMk id="27" creationId="{1AC61B40-627A-AE84-8D9C-326495697422}"/>
          </ac:spMkLst>
        </pc:spChg>
        <pc:spChg chg="add mod">
          <ac:chgData name="Shakiba Foutohi" userId="3a43711e5e4d115e" providerId="LiveId" clId="{1A7688B5-845B-4F3D-9B67-70F44E40E6D2}" dt="2026-03-25T11:17:31.978" v="4862" actId="1035"/>
          <ac:spMkLst>
            <pc:docMk/>
            <pc:sldMk cId="3995107234" sldId="285"/>
            <ac:spMk id="29" creationId="{CB20444B-CD65-069E-77A7-6D03775A47D5}"/>
          </ac:spMkLst>
        </pc:spChg>
        <pc:spChg chg="add mod">
          <ac:chgData name="Shakiba Foutohi" userId="3a43711e5e4d115e" providerId="LiveId" clId="{1A7688B5-845B-4F3D-9B67-70F44E40E6D2}" dt="2026-03-25T11:17:31.978" v="4862" actId="1035"/>
          <ac:spMkLst>
            <pc:docMk/>
            <pc:sldMk cId="3995107234" sldId="285"/>
            <ac:spMk id="31" creationId="{3712D6E0-C8B1-0ADF-35B9-D973A89FE0F7}"/>
          </ac:spMkLst>
        </pc:spChg>
        <pc:spChg chg="mod">
          <ac:chgData name="Shakiba Foutohi" userId="3a43711e5e4d115e" providerId="LiveId" clId="{1A7688B5-845B-4F3D-9B67-70F44E40E6D2}" dt="2026-03-25T11:17:31.978" v="4862" actId="1035"/>
          <ac:spMkLst>
            <pc:docMk/>
            <pc:sldMk cId="3995107234" sldId="285"/>
            <ac:spMk id="32" creationId="{52661F80-A890-8B59-C5A8-B1E11BD9B14F}"/>
          </ac:spMkLst>
        </pc:spChg>
        <pc:graphicFrameChg chg="mod modGraphic">
          <ac:chgData name="Shakiba Foutohi" userId="3a43711e5e4d115e" providerId="LiveId" clId="{1A7688B5-845B-4F3D-9B67-70F44E40E6D2}" dt="2026-03-25T11:17:31.978" v="4862" actId="1035"/>
          <ac:graphicFrameMkLst>
            <pc:docMk/>
            <pc:sldMk cId="3995107234" sldId="285"/>
            <ac:graphicFrameMk id="28" creationId="{BD2FFC19-017A-7AC3-32E7-FB82F02547FE}"/>
          </ac:graphicFrameMkLst>
        </pc:graphicFrameChg>
        <pc:graphicFrameChg chg="mod modGraphic">
          <ac:chgData name="Shakiba Foutohi" userId="3a43711e5e4d115e" providerId="LiveId" clId="{1A7688B5-845B-4F3D-9B67-70F44E40E6D2}" dt="2026-03-25T11:17:31.978" v="4862" actId="1035"/>
          <ac:graphicFrameMkLst>
            <pc:docMk/>
            <pc:sldMk cId="3995107234" sldId="285"/>
            <ac:graphicFrameMk id="30" creationId="{9E615E8F-F8E9-631F-C5A6-5DEB7E9F34EF}"/>
          </ac:graphicFrameMkLst>
        </pc:graphicFrameChg>
      </pc:sldChg>
      <pc:sldChg chg="addSp delSp modSp add mod ord modTransition setBg modClrScheme chgLayout modNotes">
        <pc:chgData name="Shakiba Foutohi" userId="3a43711e5e4d115e" providerId="LiveId" clId="{1A7688B5-845B-4F3D-9B67-70F44E40E6D2}" dt="2026-03-27T11:38:41.018" v="7257"/>
        <pc:sldMkLst>
          <pc:docMk/>
          <pc:sldMk cId="2303527840" sldId="286"/>
        </pc:sldMkLst>
        <pc:spChg chg="mod">
          <ac:chgData name="Shakiba Foutohi" userId="3a43711e5e4d115e" providerId="LiveId" clId="{1A7688B5-845B-4F3D-9B67-70F44E40E6D2}" dt="2026-03-24T15:52:39.445" v="3268" actId="2711"/>
          <ac:spMkLst>
            <pc:docMk/>
            <pc:sldMk cId="2303527840" sldId="286"/>
            <ac:spMk id="100" creationId="{9DF3522D-0F10-D953-F8B5-807A1C85EECF}"/>
          </ac:spMkLst>
        </pc:spChg>
        <pc:spChg chg="mod ord">
          <ac:chgData name="Shakiba Foutohi" userId="3a43711e5e4d115e" providerId="LiveId" clId="{1A7688B5-845B-4F3D-9B67-70F44E40E6D2}" dt="2026-03-24T15:11:23.332" v="2403" actId="2711"/>
          <ac:spMkLst>
            <pc:docMk/>
            <pc:sldMk cId="2303527840" sldId="286"/>
            <ac:spMk id="105" creationId="{25F5ADBF-B26B-D636-F4CD-942F697447C9}"/>
          </ac:spMkLst>
        </pc:spChg>
        <pc:spChg chg="mod">
          <ac:chgData name="Shakiba Foutohi" userId="3a43711e5e4d115e" providerId="LiveId" clId="{1A7688B5-845B-4F3D-9B67-70F44E40E6D2}" dt="2026-03-24T14:50:16.218" v="1787" actId="14100"/>
          <ac:spMkLst>
            <pc:docMk/>
            <pc:sldMk cId="2303527840" sldId="286"/>
            <ac:spMk id="116" creationId="{1852DA33-292F-7DBE-31E2-37026980527E}"/>
          </ac:spMkLst>
        </pc:spChg>
        <pc:spChg chg="mod">
          <ac:chgData name="Shakiba Foutohi" userId="3a43711e5e4d115e" providerId="LiveId" clId="{1A7688B5-845B-4F3D-9B67-70F44E40E6D2}" dt="2026-03-24T15:52:39.445" v="3268" actId="2711"/>
          <ac:spMkLst>
            <pc:docMk/>
            <pc:sldMk cId="2303527840" sldId="286"/>
            <ac:spMk id="118" creationId="{86D82E34-3067-B6E7-BB1E-9C5E022B55AA}"/>
          </ac:spMkLst>
        </pc:spChg>
        <pc:spChg chg="mod">
          <ac:chgData name="Shakiba Foutohi" userId="3a43711e5e4d115e" providerId="LiveId" clId="{1A7688B5-845B-4F3D-9B67-70F44E40E6D2}" dt="2026-03-24T15:52:39.445" v="3268" actId="2711"/>
          <ac:spMkLst>
            <pc:docMk/>
            <pc:sldMk cId="2303527840" sldId="286"/>
            <ac:spMk id="120" creationId="{C4A7C745-DDFF-D037-7FF8-39E6315BF5FD}"/>
          </ac:spMkLst>
        </pc:spChg>
        <pc:spChg chg="mod">
          <ac:chgData name="Shakiba Foutohi" userId="3a43711e5e4d115e" providerId="LiveId" clId="{1A7688B5-845B-4F3D-9B67-70F44E40E6D2}" dt="2026-03-24T15:52:39.445" v="3268" actId="2711"/>
          <ac:spMkLst>
            <pc:docMk/>
            <pc:sldMk cId="2303527840" sldId="286"/>
            <ac:spMk id="122" creationId="{B0371BE1-BDAC-777F-4049-69AE2C598492}"/>
          </ac:spMkLst>
        </pc:spChg>
        <pc:spChg chg="mod">
          <ac:chgData name="Shakiba Foutohi" userId="3a43711e5e4d115e" providerId="LiveId" clId="{1A7688B5-845B-4F3D-9B67-70F44E40E6D2}" dt="2026-03-24T15:52:39.445" v="3268" actId="2711"/>
          <ac:spMkLst>
            <pc:docMk/>
            <pc:sldMk cId="2303527840" sldId="286"/>
            <ac:spMk id="124" creationId="{F4FF786C-BAFA-E101-6922-C6C32A487072}"/>
          </ac:spMkLst>
        </pc:spChg>
        <pc:spChg chg="mod">
          <ac:chgData name="Shakiba Foutohi" userId="3a43711e5e4d115e" providerId="LiveId" clId="{1A7688B5-845B-4F3D-9B67-70F44E40E6D2}" dt="2026-03-24T15:52:39.445" v="3268" actId="2711"/>
          <ac:spMkLst>
            <pc:docMk/>
            <pc:sldMk cId="2303527840" sldId="286"/>
            <ac:spMk id="125" creationId="{9E84F72A-BEE9-E645-357B-3A69E9FF7208}"/>
          </ac:spMkLst>
        </pc:spChg>
        <pc:spChg chg="mod">
          <ac:chgData name="Shakiba Foutohi" userId="3a43711e5e4d115e" providerId="LiveId" clId="{1A7688B5-845B-4F3D-9B67-70F44E40E6D2}" dt="2026-03-24T15:52:39.445" v="3268" actId="2711"/>
          <ac:spMkLst>
            <pc:docMk/>
            <pc:sldMk cId="2303527840" sldId="286"/>
            <ac:spMk id="149" creationId="{078B975F-1225-1C22-F983-3AD11EB6D9B5}"/>
          </ac:spMkLst>
        </pc:spChg>
        <pc:spChg chg="mod">
          <ac:chgData name="Shakiba Foutohi" userId="3a43711e5e4d115e" providerId="LiveId" clId="{1A7688B5-845B-4F3D-9B67-70F44E40E6D2}" dt="2026-03-24T15:12:08.278" v="2410" actId="20577"/>
          <ac:spMkLst>
            <pc:docMk/>
            <pc:sldMk cId="2303527840" sldId="286"/>
            <ac:spMk id="155" creationId="{6CC5301F-23AB-FBAC-97C0-14F5325D2E8C}"/>
          </ac:spMkLst>
        </pc:spChg>
        <pc:spChg chg="mod">
          <ac:chgData name="Shakiba Foutohi" userId="3a43711e5e4d115e" providerId="LiveId" clId="{1A7688B5-845B-4F3D-9B67-70F44E40E6D2}" dt="2026-03-24T15:52:39.445" v="3268" actId="2711"/>
          <ac:spMkLst>
            <pc:docMk/>
            <pc:sldMk cId="2303527840" sldId="286"/>
            <ac:spMk id="157" creationId="{6ABDD314-3DB3-6688-E586-B999270B5FDF}"/>
          </ac:spMkLst>
        </pc:spChg>
        <pc:spChg chg="mod">
          <ac:chgData name="Shakiba Foutohi" userId="3a43711e5e4d115e" providerId="LiveId" clId="{1A7688B5-845B-4F3D-9B67-70F44E40E6D2}" dt="2026-03-24T15:12:44.578" v="2424" actId="20577"/>
          <ac:spMkLst>
            <pc:docMk/>
            <pc:sldMk cId="2303527840" sldId="286"/>
            <ac:spMk id="159" creationId="{454EE5F8-9348-8E4D-4CCA-3B8863AFC403}"/>
          </ac:spMkLst>
        </pc:spChg>
        <pc:spChg chg="mod">
          <ac:chgData name="Shakiba Foutohi" userId="3a43711e5e4d115e" providerId="LiveId" clId="{1A7688B5-845B-4F3D-9B67-70F44E40E6D2}" dt="2026-03-24T15:52:39.445" v="3268" actId="2711"/>
          <ac:spMkLst>
            <pc:docMk/>
            <pc:sldMk cId="2303527840" sldId="286"/>
            <ac:spMk id="161" creationId="{A691D43D-1B91-A0FA-73F7-B2A606F12117}"/>
          </ac:spMkLst>
        </pc:spChg>
        <pc:spChg chg="mod">
          <ac:chgData name="Shakiba Foutohi" userId="3a43711e5e4d115e" providerId="LiveId" clId="{1A7688B5-845B-4F3D-9B67-70F44E40E6D2}" dt="2026-03-24T15:52:39.445" v="3268" actId="2711"/>
          <ac:spMkLst>
            <pc:docMk/>
            <pc:sldMk cId="2303527840" sldId="286"/>
            <ac:spMk id="163" creationId="{EC3D3723-8BD0-3CBB-E9E8-76F9D59CC7A0}"/>
          </ac:spMkLst>
        </pc:spChg>
      </pc:sldChg>
      <pc:sldChg chg="addSp delSp modSp add mod modTransition setBg modNotes">
        <pc:chgData name="Shakiba Foutohi" userId="3a43711e5e4d115e" providerId="LiveId" clId="{1A7688B5-845B-4F3D-9B67-70F44E40E6D2}" dt="2026-03-27T11:38:41.018" v="7257"/>
        <pc:sldMkLst>
          <pc:docMk/>
          <pc:sldMk cId="3682938416" sldId="287"/>
        </pc:sldMkLst>
        <pc:spChg chg="add mod">
          <ac:chgData name="Shakiba Foutohi" userId="3a43711e5e4d115e" providerId="LiveId" clId="{1A7688B5-845B-4F3D-9B67-70F44E40E6D2}" dt="2026-03-25T10:49:50.379" v="4672"/>
          <ac:spMkLst>
            <pc:docMk/>
            <pc:sldMk cId="3682938416" sldId="287"/>
            <ac:spMk id="3" creationId="{B79163EE-6CEF-A9E0-ECE1-ADAD64367AB5}"/>
          </ac:spMkLst>
        </pc:spChg>
        <pc:spChg chg="mod">
          <ac:chgData name="Shakiba Foutohi" userId="3a43711e5e4d115e" providerId="LiveId" clId="{1A7688B5-845B-4F3D-9B67-70F44E40E6D2}" dt="2026-03-24T15:01:14.463" v="2264" actId="1076"/>
          <ac:spMkLst>
            <pc:docMk/>
            <pc:sldMk cId="3682938416" sldId="287"/>
            <ac:spMk id="434" creationId="{EC04DB71-D749-19A1-265E-D7A8B844637C}"/>
          </ac:spMkLst>
        </pc:spChg>
        <pc:spChg chg="mod">
          <ac:chgData name="Shakiba Foutohi" userId="3a43711e5e4d115e" providerId="LiveId" clId="{1A7688B5-845B-4F3D-9B67-70F44E40E6D2}" dt="2026-03-24T15:01:14.463" v="2264" actId="1076"/>
          <ac:spMkLst>
            <pc:docMk/>
            <pc:sldMk cId="3682938416" sldId="287"/>
            <ac:spMk id="436" creationId="{82FF0E1E-43AA-D7DF-A386-F19B4C7D9F5D}"/>
          </ac:spMkLst>
        </pc:spChg>
        <pc:spChg chg="add del mod">
          <ac:chgData name="Shakiba Foutohi" userId="3a43711e5e4d115e" providerId="LiveId" clId="{1A7688B5-845B-4F3D-9B67-70F44E40E6D2}" dt="2026-03-24T15:00:32.188" v="2253" actId="20577"/>
          <ac:spMkLst>
            <pc:docMk/>
            <pc:sldMk cId="3682938416" sldId="287"/>
            <ac:spMk id="440" creationId="{E773BE10-E141-778A-60A6-DCF13D072425}"/>
          </ac:spMkLst>
        </pc:spChg>
        <pc:spChg chg="mod">
          <ac:chgData name="Shakiba Foutohi" userId="3a43711e5e4d115e" providerId="LiveId" clId="{1A7688B5-845B-4F3D-9B67-70F44E40E6D2}" dt="2026-03-24T15:01:14.463" v="2264" actId="1076"/>
          <ac:spMkLst>
            <pc:docMk/>
            <pc:sldMk cId="3682938416" sldId="287"/>
            <ac:spMk id="441" creationId="{42BFF0D5-8CF4-D56F-5DEA-E8B34207654E}"/>
          </ac:spMkLst>
        </pc:spChg>
        <pc:spChg chg="mod">
          <ac:chgData name="Shakiba Foutohi" userId="3a43711e5e4d115e" providerId="LiveId" clId="{1A7688B5-845B-4F3D-9B67-70F44E40E6D2}" dt="2026-03-24T15:32:09.793" v="2680" actId="20577"/>
          <ac:spMkLst>
            <pc:docMk/>
            <pc:sldMk cId="3682938416" sldId="287"/>
            <ac:spMk id="442" creationId="{3BF98E30-9C9A-6E8F-799C-9579761275CF}"/>
          </ac:spMkLst>
        </pc:spChg>
        <pc:spChg chg="mod">
          <ac:chgData name="Shakiba Foutohi" userId="3a43711e5e4d115e" providerId="LiveId" clId="{1A7688B5-845B-4F3D-9B67-70F44E40E6D2}" dt="2026-03-24T15:01:14.463" v="2264" actId="1076"/>
          <ac:spMkLst>
            <pc:docMk/>
            <pc:sldMk cId="3682938416" sldId="287"/>
            <ac:spMk id="443" creationId="{EE74EE00-FD9D-350C-540C-A2FF878F71D7}"/>
          </ac:spMkLst>
        </pc:spChg>
        <pc:spChg chg="mod">
          <ac:chgData name="Shakiba Foutohi" userId="3a43711e5e4d115e" providerId="LiveId" clId="{1A7688B5-845B-4F3D-9B67-70F44E40E6D2}" dt="2026-03-24T15:01:14.463" v="2264" actId="1076"/>
          <ac:spMkLst>
            <pc:docMk/>
            <pc:sldMk cId="3682938416" sldId="287"/>
            <ac:spMk id="444" creationId="{4895B5DE-2633-E451-82C4-A5BAD562423C}"/>
          </ac:spMkLst>
        </pc:spChg>
        <pc:spChg chg="mod">
          <ac:chgData name="Shakiba Foutohi" userId="3a43711e5e4d115e" providerId="LiveId" clId="{1A7688B5-845B-4F3D-9B67-70F44E40E6D2}" dt="2026-03-25T10:44:12.517" v="4579" actId="20577"/>
          <ac:spMkLst>
            <pc:docMk/>
            <pc:sldMk cId="3682938416" sldId="287"/>
            <ac:spMk id="445" creationId="{86201B65-68BC-6552-C8CF-58991C640D96}"/>
          </ac:spMkLst>
        </pc:spChg>
        <pc:spChg chg="mod">
          <ac:chgData name="Shakiba Foutohi" userId="3a43711e5e4d115e" providerId="LiveId" clId="{1A7688B5-845B-4F3D-9B67-70F44E40E6D2}" dt="2026-03-24T15:01:14.463" v="2264" actId="1076"/>
          <ac:spMkLst>
            <pc:docMk/>
            <pc:sldMk cId="3682938416" sldId="287"/>
            <ac:spMk id="446" creationId="{C02EAEAD-7045-5ED0-9FAF-79727A9A3284}"/>
          </ac:spMkLst>
        </pc:spChg>
        <pc:spChg chg="mod">
          <ac:chgData name="Shakiba Foutohi" userId="3a43711e5e4d115e" providerId="LiveId" clId="{1A7688B5-845B-4F3D-9B67-70F44E40E6D2}" dt="2026-03-24T15:01:14.463" v="2264" actId="1076"/>
          <ac:spMkLst>
            <pc:docMk/>
            <pc:sldMk cId="3682938416" sldId="287"/>
            <ac:spMk id="447" creationId="{B6417451-8B1A-631D-44E0-955CC6088AE1}"/>
          </ac:spMkLst>
        </pc:spChg>
        <pc:spChg chg="mod">
          <ac:chgData name="Shakiba Foutohi" userId="3a43711e5e4d115e" providerId="LiveId" clId="{1A7688B5-845B-4F3D-9B67-70F44E40E6D2}" dt="2026-03-24T15:05:50.690" v="2290" actId="14100"/>
          <ac:spMkLst>
            <pc:docMk/>
            <pc:sldMk cId="3682938416" sldId="287"/>
            <ac:spMk id="448" creationId="{B223A70C-3477-BAE5-28CF-3F75A33648C9}"/>
          </ac:spMkLst>
        </pc:spChg>
        <pc:cxnChg chg="mod">
          <ac:chgData name="Shakiba Foutohi" userId="3a43711e5e4d115e" providerId="LiveId" clId="{1A7688B5-845B-4F3D-9B67-70F44E40E6D2}" dt="2026-03-24T15:00:38.357" v="2254" actId="14100"/>
          <ac:cxnSpMkLst>
            <pc:docMk/>
            <pc:sldMk cId="3682938416" sldId="287"/>
            <ac:cxnSpMk id="454" creationId="{BAFBA562-99CA-0622-9F80-8A791CB8A21E}"/>
          </ac:cxnSpMkLst>
        </pc:cxnChg>
        <pc:cxnChg chg="mod">
          <ac:chgData name="Shakiba Foutohi" userId="3a43711e5e4d115e" providerId="LiveId" clId="{1A7688B5-845B-4F3D-9B67-70F44E40E6D2}" dt="2026-03-24T15:00:18.726" v="2248" actId="1076"/>
          <ac:cxnSpMkLst>
            <pc:docMk/>
            <pc:sldMk cId="3682938416" sldId="287"/>
            <ac:cxnSpMk id="455" creationId="{7B6B872B-1C61-99FD-C833-C685D4ED7FFF}"/>
          </ac:cxnSpMkLst>
        </pc:cxnChg>
      </pc:sldChg>
      <pc:sldChg chg="addSp delSp modSp add mod modTransition">
        <pc:chgData name="Shakiba Foutohi" userId="3a43711e5e4d115e" providerId="LiveId" clId="{1A7688B5-845B-4F3D-9B67-70F44E40E6D2}" dt="2026-03-27T11:38:41.018" v="7257"/>
        <pc:sldMkLst>
          <pc:docMk/>
          <pc:sldMk cId="3308643802" sldId="291"/>
        </pc:sldMkLst>
        <pc:spChg chg="add mod">
          <ac:chgData name="Shakiba Foutohi" userId="3a43711e5e4d115e" providerId="LiveId" clId="{1A7688B5-845B-4F3D-9B67-70F44E40E6D2}" dt="2026-03-24T16:26:31.677" v="3886" actId="14100"/>
          <ac:spMkLst>
            <pc:docMk/>
            <pc:sldMk cId="3308643802" sldId="291"/>
            <ac:spMk id="2" creationId="{27B4C526-BD1B-7019-7748-969BDBD4DC3A}"/>
          </ac:spMkLst>
        </pc:spChg>
        <pc:spChg chg="add mod">
          <ac:chgData name="Shakiba Foutohi" userId="3a43711e5e4d115e" providerId="LiveId" clId="{1A7688B5-845B-4F3D-9B67-70F44E40E6D2}" dt="2026-03-24T16:26:32.285" v="3887" actId="14100"/>
          <ac:spMkLst>
            <pc:docMk/>
            <pc:sldMk cId="3308643802" sldId="291"/>
            <ac:spMk id="3" creationId="{25A9AEC3-05C6-44B0-A320-B51DA9109AA8}"/>
          </ac:spMkLst>
        </pc:spChg>
        <pc:spChg chg="add mod">
          <ac:chgData name="Shakiba Foutohi" userId="3a43711e5e4d115e" providerId="LiveId" clId="{1A7688B5-845B-4F3D-9B67-70F44E40E6D2}" dt="2026-03-24T16:23:21.181" v="3792" actId="1036"/>
          <ac:spMkLst>
            <pc:docMk/>
            <pc:sldMk cId="3308643802" sldId="291"/>
            <ac:spMk id="5" creationId="{4D70909E-9A24-0692-FEFF-9A73F3BF3A78}"/>
          </ac:spMkLst>
        </pc:spChg>
        <pc:spChg chg="mod">
          <ac:chgData name="Shakiba Foutohi" userId="3a43711e5e4d115e" providerId="LiveId" clId="{1A7688B5-845B-4F3D-9B67-70F44E40E6D2}" dt="2026-03-24T16:17:56.378" v="3688" actId="207"/>
          <ac:spMkLst>
            <pc:docMk/>
            <pc:sldMk cId="3308643802" sldId="291"/>
            <ac:spMk id="7" creationId="{43ACEF6D-B53C-DBB9-996F-5E6E8F517B2A}"/>
          </ac:spMkLst>
        </pc:spChg>
        <pc:spChg chg="add mod">
          <ac:chgData name="Shakiba Foutohi" userId="3a43711e5e4d115e" providerId="LiveId" clId="{1A7688B5-845B-4F3D-9B67-70F44E40E6D2}" dt="2026-03-24T16:25:45.874" v="3882" actId="115"/>
          <ac:spMkLst>
            <pc:docMk/>
            <pc:sldMk cId="3308643802" sldId="291"/>
            <ac:spMk id="9" creationId="{67E4ED30-CD7F-D33D-6BE0-DE96118A176D}"/>
          </ac:spMkLst>
        </pc:spChg>
        <pc:spChg chg="add mod">
          <ac:chgData name="Shakiba Foutohi" userId="3a43711e5e4d115e" providerId="LiveId" clId="{1A7688B5-845B-4F3D-9B67-70F44E40E6D2}" dt="2026-03-24T16:28:22.422" v="3897" actId="20577"/>
          <ac:spMkLst>
            <pc:docMk/>
            <pc:sldMk cId="3308643802" sldId="291"/>
            <ac:spMk id="12" creationId="{62DA711B-0A65-19F4-C3C1-7F51C1CE9333}"/>
          </ac:spMkLst>
        </pc:spChg>
        <pc:spChg chg="mod">
          <ac:chgData name="Shakiba Foutohi" userId="3a43711e5e4d115e" providerId="LiveId" clId="{1A7688B5-845B-4F3D-9B67-70F44E40E6D2}" dt="2026-03-24T16:22:01.365" v="3719" actId="1076"/>
          <ac:spMkLst>
            <pc:docMk/>
            <pc:sldMk cId="3308643802" sldId="291"/>
            <ac:spMk id="30" creationId="{55866F14-6A8C-82E4-FE77-6EFC0592621B}"/>
          </ac:spMkLst>
        </pc:spChg>
        <pc:graphicFrameChg chg="add mod modGraphic">
          <ac:chgData name="Shakiba Foutohi" userId="3a43711e5e4d115e" providerId="LiveId" clId="{1A7688B5-845B-4F3D-9B67-70F44E40E6D2}" dt="2026-03-24T16:27:07.149" v="3890" actId="14100"/>
          <ac:graphicFrameMkLst>
            <pc:docMk/>
            <pc:sldMk cId="3308643802" sldId="291"/>
            <ac:graphicFrameMk id="11" creationId="{14CEFA9F-A239-66A0-18BA-802B6AAFE250}"/>
          </ac:graphicFrameMkLst>
        </pc:graphicFrameChg>
      </pc:sldChg>
      <pc:sldChg chg="add modTransition">
        <pc:chgData name="Shakiba Foutohi" userId="3a43711e5e4d115e" providerId="LiveId" clId="{1A7688B5-845B-4F3D-9B67-70F44E40E6D2}" dt="2026-03-27T11:38:41.018" v="7257"/>
        <pc:sldMkLst>
          <pc:docMk/>
          <pc:sldMk cId="1880886245" sldId="292"/>
        </pc:sldMkLst>
      </pc:sldChg>
      <pc:sldChg chg="addSp delSp modSp add mod modTransition">
        <pc:chgData name="Shakiba Foutohi" userId="3a43711e5e4d115e" providerId="LiveId" clId="{1A7688B5-845B-4F3D-9B67-70F44E40E6D2}" dt="2026-03-27T11:38:41.018" v="7257"/>
        <pc:sldMkLst>
          <pc:docMk/>
          <pc:sldMk cId="1453980275" sldId="293"/>
        </pc:sldMkLst>
        <pc:spChg chg="mod">
          <ac:chgData name="Shakiba Foutohi" userId="3a43711e5e4d115e" providerId="LiveId" clId="{1A7688B5-845B-4F3D-9B67-70F44E40E6D2}" dt="2026-03-25T09:42:05.913" v="4342" actId="1076"/>
          <ac:spMkLst>
            <pc:docMk/>
            <pc:sldMk cId="1453980275" sldId="293"/>
            <ac:spMk id="8" creationId="{A79510B4-3FDB-CE12-550F-2E6E9C634B70}"/>
          </ac:spMkLst>
        </pc:spChg>
        <pc:spChg chg="add mod">
          <ac:chgData name="Shakiba Foutohi" userId="3a43711e5e4d115e" providerId="LiveId" clId="{1A7688B5-845B-4F3D-9B67-70F44E40E6D2}" dt="2026-03-25T10:07:38.740" v="4505" actId="1037"/>
          <ac:spMkLst>
            <pc:docMk/>
            <pc:sldMk cId="1453980275" sldId="293"/>
            <ac:spMk id="9" creationId="{E68689BA-D173-F2DD-53F8-9EC089462280}"/>
          </ac:spMkLst>
        </pc:spChg>
        <pc:spChg chg="add mod">
          <ac:chgData name="Shakiba Foutohi" userId="3a43711e5e4d115e" providerId="LiveId" clId="{1A7688B5-845B-4F3D-9B67-70F44E40E6D2}" dt="2026-03-25T10:07:53.745" v="4507" actId="14100"/>
          <ac:spMkLst>
            <pc:docMk/>
            <pc:sldMk cId="1453980275" sldId="293"/>
            <ac:spMk id="17" creationId="{092F9035-C7EA-CAAE-4580-E543210E92B7}"/>
          </ac:spMkLst>
        </pc:spChg>
        <pc:spChg chg="add del mod">
          <ac:chgData name="Shakiba Foutohi" userId="3a43711e5e4d115e" providerId="LiveId" clId="{1A7688B5-845B-4F3D-9B67-70F44E40E6D2}" dt="2026-03-25T10:07:38.740" v="4505" actId="1037"/>
          <ac:spMkLst>
            <pc:docMk/>
            <pc:sldMk cId="1453980275" sldId="293"/>
            <ac:spMk id="18" creationId="{3B7EBC61-5DDD-52C2-E09D-D1329D28998B}"/>
          </ac:spMkLst>
        </pc:spChg>
        <pc:spChg chg="add del mod">
          <ac:chgData name="Shakiba Foutohi" userId="3a43711e5e4d115e" providerId="LiveId" clId="{1A7688B5-845B-4F3D-9B67-70F44E40E6D2}" dt="2026-03-25T10:07:38.740" v="4505" actId="1037"/>
          <ac:spMkLst>
            <pc:docMk/>
            <pc:sldMk cId="1453980275" sldId="293"/>
            <ac:spMk id="19" creationId="{CFF21073-C895-AF54-A50D-B6951A267D67}"/>
          </ac:spMkLst>
        </pc:spChg>
        <pc:spChg chg="mod">
          <ac:chgData name="Shakiba Foutohi" userId="3a43711e5e4d115e" providerId="LiveId" clId="{1A7688B5-845B-4F3D-9B67-70F44E40E6D2}" dt="2026-03-27T08:00:21.169" v="6553" actId="20577"/>
          <ac:spMkLst>
            <pc:docMk/>
            <pc:sldMk cId="1453980275" sldId="293"/>
            <ac:spMk id="39" creationId="{017D4B2D-6C23-EBEE-C159-7F9BF8D12C1E}"/>
          </ac:spMkLst>
        </pc:spChg>
        <pc:spChg chg="mod ord">
          <ac:chgData name="Shakiba Foutohi" userId="3a43711e5e4d115e" providerId="LiveId" clId="{1A7688B5-845B-4F3D-9B67-70F44E40E6D2}" dt="2026-03-25T10:07:38.740" v="4505" actId="1037"/>
          <ac:spMkLst>
            <pc:docMk/>
            <pc:sldMk cId="1453980275" sldId="293"/>
            <ac:spMk id="40" creationId="{50A7DC64-B595-8FA9-CC16-29406D564F45}"/>
          </ac:spMkLst>
        </pc:spChg>
        <pc:spChg chg="mod">
          <ac:chgData name="Shakiba Foutohi" userId="3a43711e5e4d115e" providerId="LiveId" clId="{1A7688B5-845B-4F3D-9B67-70F44E40E6D2}" dt="2026-03-25T10:07:38.740" v="4505" actId="1037"/>
          <ac:spMkLst>
            <pc:docMk/>
            <pc:sldMk cId="1453980275" sldId="293"/>
            <ac:spMk id="52" creationId="{3954D294-0D67-357E-4499-0F1A2075CBAE}"/>
          </ac:spMkLst>
        </pc:spChg>
        <pc:picChg chg="add mod ord modCrop">
          <ac:chgData name="Shakiba Foutohi" userId="3a43711e5e4d115e" providerId="LiveId" clId="{1A7688B5-845B-4F3D-9B67-70F44E40E6D2}" dt="2026-03-25T09:53:49.385" v="4448" actId="1076"/>
          <ac:picMkLst>
            <pc:docMk/>
            <pc:sldMk cId="1453980275" sldId="293"/>
            <ac:picMk id="11" creationId="{BB0935E8-F422-4E00-50A5-54F992909EA3}"/>
          </ac:picMkLst>
        </pc:picChg>
      </pc:sldChg>
      <pc:sldChg chg="add modTransition">
        <pc:chgData name="Shakiba Foutohi" userId="3a43711e5e4d115e" providerId="LiveId" clId="{1A7688B5-845B-4F3D-9B67-70F44E40E6D2}" dt="2026-03-27T11:38:41.018" v="7257"/>
        <pc:sldMkLst>
          <pc:docMk/>
          <pc:sldMk cId="1327052694" sldId="294"/>
        </pc:sldMkLst>
      </pc:sldChg>
      <pc:sldChg chg="add ord modTransition">
        <pc:chgData name="Shakiba Foutohi" userId="3a43711e5e4d115e" providerId="LiveId" clId="{1A7688B5-845B-4F3D-9B67-70F44E40E6D2}" dt="2026-03-27T11:38:41.018" v="7257"/>
        <pc:sldMkLst>
          <pc:docMk/>
          <pc:sldMk cId="1350586295" sldId="295"/>
        </pc:sldMkLst>
      </pc:sldChg>
      <pc:sldChg chg="addSp delSp modSp new mod modTransition">
        <pc:chgData name="Shakiba Foutohi" userId="3a43711e5e4d115e" providerId="LiveId" clId="{1A7688B5-845B-4F3D-9B67-70F44E40E6D2}" dt="2026-03-27T11:38:41.018" v="7257"/>
        <pc:sldMkLst>
          <pc:docMk/>
          <pc:sldMk cId="1077266381" sldId="296"/>
        </pc:sldMkLst>
        <pc:spChg chg="add mod">
          <ac:chgData name="Shakiba Foutohi" userId="3a43711e5e4d115e" providerId="LiveId" clId="{1A7688B5-845B-4F3D-9B67-70F44E40E6D2}" dt="2026-03-25T19:43:50.377" v="5550"/>
          <ac:spMkLst>
            <pc:docMk/>
            <pc:sldMk cId="1077266381" sldId="296"/>
            <ac:spMk id="2" creationId="{DB922BB3-CD0A-DCC3-BC08-28D54F67A195}"/>
          </ac:spMkLst>
        </pc:spChg>
        <pc:spChg chg="add mod">
          <ac:chgData name="Shakiba Foutohi" userId="3a43711e5e4d115e" providerId="LiveId" clId="{1A7688B5-845B-4F3D-9B67-70F44E40E6D2}" dt="2026-03-25T09:58:19.144" v="4460" actId="120"/>
          <ac:spMkLst>
            <pc:docMk/>
            <pc:sldMk cId="1077266381" sldId="296"/>
            <ac:spMk id="4" creationId="{D69FADC1-04E4-49C6-6640-37AE1CE369D1}"/>
          </ac:spMkLst>
        </pc:spChg>
        <pc:spChg chg="add mod">
          <ac:chgData name="Shakiba Foutohi" userId="3a43711e5e4d115e" providerId="LiveId" clId="{1A7688B5-845B-4F3D-9B67-70F44E40E6D2}" dt="2026-03-25T19:43:50.377" v="5550"/>
          <ac:spMkLst>
            <pc:docMk/>
            <pc:sldMk cId="1077266381" sldId="296"/>
            <ac:spMk id="5" creationId="{E1AC8D8E-6619-8D7A-C341-0606A4E28348}"/>
          </ac:spMkLst>
        </pc:spChg>
        <pc:spChg chg="add mod">
          <ac:chgData name="Shakiba Foutohi" userId="3a43711e5e4d115e" providerId="LiveId" clId="{1A7688B5-845B-4F3D-9B67-70F44E40E6D2}" dt="2026-03-25T19:43:50.377" v="5550"/>
          <ac:spMkLst>
            <pc:docMk/>
            <pc:sldMk cId="1077266381" sldId="296"/>
            <ac:spMk id="9" creationId="{7D74B216-944F-6CE8-3B3C-17A73EB50CB1}"/>
          </ac:spMkLst>
        </pc:spChg>
        <pc:spChg chg="add mod">
          <ac:chgData name="Shakiba Foutohi" userId="3a43711e5e4d115e" providerId="LiveId" clId="{1A7688B5-845B-4F3D-9B67-70F44E40E6D2}" dt="2026-03-25T19:43:50.377" v="5550"/>
          <ac:spMkLst>
            <pc:docMk/>
            <pc:sldMk cId="1077266381" sldId="296"/>
            <ac:spMk id="13" creationId="{B7A50A3A-717A-2D24-93F3-53D34E01BBB8}"/>
          </ac:spMkLst>
        </pc:spChg>
        <pc:spChg chg="add mod">
          <ac:chgData name="Shakiba Foutohi" userId="3a43711e5e4d115e" providerId="LiveId" clId="{1A7688B5-845B-4F3D-9B67-70F44E40E6D2}" dt="2026-03-25T19:43:50.377" v="5550"/>
          <ac:spMkLst>
            <pc:docMk/>
            <pc:sldMk cId="1077266381" sldId="296"/>
            <ac:spMk id="14" creationId="{161A55A0-9A51-420C-1D24-FB9D3DE609D6}"/>
          </ac:spMkLst>
        </pc:spChg>
        <pc:spChg chg="add mod">
          <ac:chgData name="Shakiba Foutohi" userId="3a43711e5e4d115e" providerId="LiveId" clId="{1A7688B5-845B-4F3D-9B67-70F44E40E6D2}" dt="2026-03-25T19:43:50.377" v="5550"/>
          <ac:spMkLst>
            <pc:docMk/>
            <pc:sldMk cId="1077266381" sldId="296"/>
            <ac:spMk id="16" creationId="{F7582901-1768-0788-2853-37ECC87C42BF}"/>
          </ac:spMkLst>
        </pc:spChg>
        <pc:graphicFrameChg chg="add mod modGraphic">
          <ac:chgData name="Shakiba Foutohi" userId="3a43711e5e4d115e" providerId="LiveId" clId="{1A7688B5-845B-4F3D-9B67-70F44E40E6D2}" dt="2026-03-25T19:45:14.840" v="5576" actId="404"/>
          <ac:graphicFrameMkLst>
            <pc:docMk/>
            <pc:sldMk cId="1077266381" sldId="296"/>
            <ac:graphicFrameMk id="3" creationId="{D595F983-D2D6-2821-BCD1-CA9123F62913}"/>
          </ac:graphicFrameMkLst>
        </pc:graphicFrameChg>
        <pc:graphicFrameChg chg="add mod modGraphic">
          <ac:chgData name="Shakiba Foutohi" userId="3a43711e5e4d115e" providerId="LiveId" clId="{1A7688B5-845B-4F3D-9B67-70F44E40E6D2}" dt="2026-03-25T19:46:11.061" v="5591" actId="120"/>
          <ac:graphicFrameMkLst>
            <pc:docMk/>
            <pc:sldMk cId="1077266381" sldId="296"/>
            <ac:graphicFrameMk id="7" creationId="{781C7B20-F516-1D6D-53FE-E38978CD9C2F}"/>
          </ac:graphicFrameMkLst>
        </pc:graphicFrameChg>
        <pc:graphicFrameChg chg="add mod modGraphic">
          <ac:chgData name="Shakiba Foutohi" userId="3a43711e5e4d115e" providerId="LiveId" clId="{1A7688B5-845B-4F3D-9B67-70F44E40E6D2}" dt="2026-03-25T19:45:51.369" v="5584" actId="12"/>
          <ac:graphicFrameMkLst>
            <pc:docMk/>
            <pc:sldMk cId="1077266381" sldId="296"/>
            <ac:graphicFrameMk id="12" creationId="{A3EEBF03-7350-85A2-EAF7-A672DE625881}"/>
          </ac:graphicFrameMkLst>
        </pc:graphicFrameChg>
      </pc:sldChg>
      <pc:sldChg chg="addSp delSp modSp new mod ord modTransition modShow">
        <pc:chgData name="Shakiba Foutohi" userId="3a43711e5e4d115e" providerId="LiveId" clId="{1A7688B5-845B-4F3D-9B67-70F44E40E6D2}" dt="2026-03-27T12:40:58.010" v="7727" actId="729"/>
        <pc:sldMkLst>
          <pc:docMk/>
          <pc:sldMk cId="3836673350" sldId="297"/>
        </pc:sldMkLst>
        <pc:spChg chg="add mod">
          <ac:chgData name="Shakiba Foutohi" userId="3a43711e5e4d115e" providerId="LiveId" clId="{1A7688B5-845B-4F3D-9B67-70F44E40E6D2}" dt="2026-03-25T09:58:36.611" v="4464" actId="120"/>
          <ac:spMkLst>
            <pc:docMk/>
            <pc:sldMk cId="3836673350" sldId="297"/>
            <ac:spMk id="4" creationId="{F9401C8E-F187-37DB-6B9F-CE47291F4DE7}"/>
          </ac:spMkLst>
        </pc:spChg>
        <pc:spChg chg="add mod">
          <ac:chgData name="Shakiba Foutohi" userId="3a43711e5e4d115e" providerId="LiveId" clId="{1A7688B5-845B-4F3D-9B67-70F44E40E6D2}" dt="2026-03-25T12:27:12.684" v="4965" actId="1076"/>
          <ac:spMkLst>
            <pc:docMk/>
            <pc:sldMk cId="3836673350" sldId="297"/>
            <ac:spMk id="8" creationId="{24BE3496-42DB-7E92-A19D-4FABF92E4AFB}"/>
          </ac:spMkLst>
        </pc:spChg>
        <pc:spChg chg="add mod">
          <ac:chgData name="Shakiba Foutohi" userId="3a43711e5e4d115e" providerId="LiveId" clId="{1A7688B5-845B-4F3D-9B67-70F44E40E6D2}" dt="2026-03-25T12:27:07.157" v="4964" actId="1076"/>
          <ac:spMkLst>
            <pc:docMk/>
            <pc:sldMk cId="3836673350" sldId="297"/>
            <ac:spMk id="10" creationId="{099A09B3-977D-72B1-9FEB-4DD5597F790D}"/>
          </ac:spMkLst>
        </pc:spChg>
        <pc:spChg chg="add mod">
          <ac:chgData name="Shakiba Foutohi" userId="3a43711e5e4d115e" providerId="LiveId" clId="{1A7688B5-845B-4F3D-9B67-70F44E40E6D2}" dt="2026-03-25T12:26:18.147" v="4956" actId="14100"/>
          <ac:spMkLst>
            <pc:docMk/>
            <pc:sldMk cId="3836673350" sldId="297"/>
            <ac:spMk id="14" creationId="{9951EB7F-419F-F61C-EA43-FE4FC1F6FB6A}"/>
          </ac:spMkLst>
        </pc:spChg>
        <pc:spChg chg="add mod">
          <ac:chgData name="Shakiba Foutohi" userId="3a43711e5e4d115e" providerId="LiveId" clId="{1A7688B5-845B-4F3D-9B67-70F44E40E6D2}" dt="2026-03-25T12:26:07.714" v="4953" actId="14100"/>
          <ac:spMkLst>
            <pc:docMk/>
            <pc:sldMk cId="3836673350" sldId="297"/>
            <ac:spMk id="15" creationId="{755A9663-1503-D08D-AEBB-5AD98356215C}"/>
          </ac:spMkLst>
        </pc:spChg>
        <pc:spChg chg="add mod">
          <ac:chgData name="Shakiba Foutohi" userId="3a43711e5e4d115e" providerId="LiveId" clId="{1A7688B5-845B-4F3D-9B67-70F44E40E6D2}" dt="2026-03-25T12:23:33.664" v="4908" actId="1076"/>
          <ac:spMkLst>
            <pc:docMk/>
            <pc:sldMk cId="3836673350" sldId="297"/>
            <ac:spMk id="16" creationId="{90308348-48DA-EAF1-043F-813F30F2A936}"/>
          </ac:spMkLst>
        </pc:spChg>
        <pc:picChg chg="add mod">
          <ac:chgData name="Shakiba Foutohi" userId="3a43711e5e4d115e" providerId="LiveId" clId="{1A7688B5-845B-4F3D-9B67-70F44E40E6D2}" dt="2026-03-25T12:26:26.056" v="4957" actId="1076"/>
          <ac:picMkLst>
            <pc:docMk/>
            <pc:sldMk cId="3836673350" sldId="297"/>
            <ac:picMk id="3" creationId="{11D6B732-BA23-3FBB-248D-39AA5AE001C1}"/>
          </ac:picMkLst>
        </pc:picChg>
      </pc:sldChg>
      <pc:sldChg chg="add modTransition">
        <pc:chgData name="Shakiba Foutohi" userId="3a43711e5e4d115e" providerId="LiveId" clId="{1A7688B5-845B-4F3D-9B67-70F44E40E6D2}" dt="2026-03-27T11:38:41.018" v="7257"/>
        <pc:sldMkLst>
          <pc:docMk/>
          <pc:sldMk cId="359439039" sldId="298"/>
        </pc:sldMkLst>
      </pc:sldChg>
      <pc:sldChg chg="add modTransition">
        <pc:chgData name="Shakiba Foutohi" userId="3a43711e5e4d115e" providerId="LiveId" clId="{1A7688B5-845B-4F3D-9B67-70F44E40E6D2}" dt="2026-03-27T11:38:41.018" v="7257"/>
        <pc:sldMkLst>
          <pc:docMk/>
          <pc:sldMk cId="3188866409" sldId="299"/>
        </pc:sldMkLst>
      </pc:sldChg>
      <pc:sldChg chg="addSp delSp modSp new del mod modTransition">
        <pc:chgData name="Shakiba Foutohi" userId="3a43711e5e4d115e" providerId="LiveId" clId="{1A7688B5-845B-4F3D-9B67-70F44E40E6D2}" dt="2026-03-26T17:04:37.489" v="6086" actId="47"/>
        <pc:sldMkLst>
          <pc:docMk/>
          <pc:sldMk cId="648484854" sldId="300"/>
        </pc:sldMkLst>
      </pc:sldChg>
      <pc:sldChg chg="add modTransition">
        <pc:chgData name="Shakiba Foutohi" userId="3a43711e5e4d115e" providerId="LiveId" clId="{1A7688B5-845B-4F3D-9B67-70F44E40E6D2}" dt="2026-03-27T11:38:41.018" v="7257"/>
        <pc:sldMkLst>
          <pc:docMk/>
          <pc:sldMk cId="3975170162" sldId="301"/>
        </pc:sldMkLst>
      </pc:sldChg>
      <pc:sldChg chg="addSp delSp modSp new del mod modClrScheme chgLayout">
        <pc:chgData name="Shakiba Foutohi" userId="3a43711e5e4d115e" providerId="LiveId" clId="{1A7688B5-845B-4F3D-9B67-70F44E40E6D2}" dt="2026-03-27T09:28:22.147" v="6686" actId="47"/>
        <pc:sldMkLst>
          <pc:docMk/>
          <pc:sldMk cId="3610057355" sldId="302"/>
        </pc:sldMkLst>
        <pc:graphicFrameChg chg="add del mod">
          <ac:chgData name="Shakiba Foutohi" userId="3a43711e5e4d115e" providerId="LiveId" clId="{1A7688B5-845B-4F3D-9B67-70F44E40E6D2}" dt="2026-03-26T16:56:47.668" v="6071" actId="478"/>
          <ac:graphicFrameMkLst>
            <pc:docMk/>
            <pc:sldMk cId="3610057355" sldId="302"/>
            <ac:graphicFrameMk id="5" creationId="{25CB94E6-DEC3-A68C-BFD2-7E7743EF8750}"/>
          </ac:graphicFrameMkLst>
        </pc:graphicFrameChg>
        <pc:graphicFrameChg chg="add del mod modGraphic">
          <ac:chgData name="Shakiba Foutohi" userId="3a43711e5e4d115e" providerId="LiveId" clId="{1A7688B5-845B-4F3D-9B67-70F44E40E6D2}" dt="2026-03-26T14:45:48.299" v="6036" actId="478"/>
          <ac:graphicFrameMkLst>
            <pc:docMk/>
            <pc:sldMk cId="3610057355" sldId="302"/>
            <ac:graphicFrameMk id="7" creationId="{CE93A851-F971-6278-9893-E20E060A38A1}"/>
          </ac:graphicFrameMkLst>
        </pc:graphicFrameChg>
        <pc:graphicFrameChg chg="add del mod">
          <ac:chgData name="Shakiba Foutohi" userId="3a43711e5e4d115e" providerId="LiveId" clId="{1A7688B5-845B-4F3D-9B67-70F44E40E6D2}" dt="2026-03-26T14:50:57.780" v="6050" actId="478"/>
          <ac:graphicFrameMkLst>
            <pc:docMk/>
            <pc:sldMk cId="3610057355" sldId="302"/>
            <ac:graphicFrameMk id="8" creationId="{92A6138A-6059-061D-2B61-2EE09CDDD0F9}"/>
          </ac:graphicFrameMkLst>
        </pc:graphicFrameChg>
        <pc:graphicFrameChg chg="add del mod modGraphic">
          <ac:chgData name="Shakiba Foutohi" userId="3a43711e5e4d115e" providerId="LiveId" clId="{1A7688B5-845B-4F3D-9B67-70F44E40E6D2}" dt="2026-03-26T14:50:55.127" v="6049" actId="478"/>
          <ac:graphicFrameMkLst>
            <pc:docMk/>
            <pc:sldMk cId="3610057355" sldId="302"/>
            <ac:graphicFrameMk id="9" creationId="{3AB10DA1-C5E0-0FCB-BBC7-E96F578A2241}"/>
          </ac:graphicFrameMkLst>
        </pc:graphicFrameChg>
        <pc:graphicFrameChg chg="add del mod">
          <ac:chgData name="Shakiba Foutohi" userId="3a43711e5e4d115e" providerId="LiveId" clId="{1A7688B5-845B-4F3D-9B67-70F44E40E6D2}" dt="2026-03-26T17:00:45.875" v="6074" actId="478"/>
          <ac:graphicFrameMkLst>
            <pc:docMk/>
            <pc:sldMk cId="3610057355" sldId="302"/>
            <ac:graphicFrameMk id="9" creationId="{CFD7FA48-D277-28F6-B11C-1BB646A6171F}"/>
          </ac:graphicFrameMkLst>
        </pc:graphicFrameChg>
        <pc:picChg chg="add del mod">
          <ac:chgData name="Shakiba Foutohi" userId="3a43711e5e4d115e" providerId="LiveId" clId="{1A7688B5-845B-4F3D-9B67-70F44E40E6D2}" dt="2026-03-26T16:49:58.532" v="6052" actId="478"/>
          <ac:picMkLst>
            <pc:docMk/>
            <pc:sldMk cId="3610057355" sldId="302"/>
            <ac:picMk id="3" creationId="{069F3043-6A71-0CCC-8A9C-C0811E9D0830}"/>
          </ac:picMkLst>
        </pc:picChg>
        <pc:picChg chg="add del">
          <ac:chgData name="Shakiba Foutohi" userId="3a43711e5e4d115e" providerId="LiveId" clId="{1A7688B5-845B-4F3D-9B67-70F44E40E6D2}" dt="2026-03-26T14:42:46.992" v="6014" actId="478"/>
          <ac:picMkLst>
            <pc:docMk/>
            <pc:sldMk cId="3610057355" sldId="302"/>
            <ac:picMk id="5" creationId="{C5E5F472-5478-6FED-81F2-ABA0E3F968BA}"/>
          </ac:picMkLst>
        </pc:picChg>
        <pc:picChg chg="add del mod">
          <ac:chgData name="Shakiba Foutohi" userId="3a43711e5e4d115e" providerId="LiveId" clId="{1A7688B5-845B-4F3D-9B67-70F44E40E6D2}" dt="2026-03-27T09:27:50.831" v="6668" actId="478"/>
          <ac:picMkLst>
            <pc:docMk/>
            <pc:sldMk cId="3610057355" sldId="302"/>
            <ac:picMk id="11" creationId="{49C548F3-50E7-D56A-E032-FCCF2C831F5E}"/>
          </ac:picMkLst>
        </pc:picChg>
        <pc:picChg chg="add del mod">
          <ac:chgData name="Shakiba Foutohi" userId="3a43711e5e4d115e" providerId="LiveId" clId="{1A7688B5-845B-4F3D-9B67-70F44E40E6D2}" dt="2026-03-26T17:01:04.172" v="6082" actId="478"/>
          <ac:picMkLst>
            <pc:docMk/>
            <pc:sldMk cId="3610057355" sldId="302"/>
            <ac:picMk id="13" creationId="{153EF7CC-D500-A0CE-7B1C-54900D3997E8}"/>
          </ac:picMkLst>
        </pc:picChg>
        <pc:picChg chg="add del mod">
          <ac:chgData name="Shakiba Foutohi" userId="3a43711e5e4d115e" providerId="LiveId" clId="{1A7688B5-845B-4F3D-9B67-70F44E40E6D2}" dt="2026-03-27T09:27:50.831" v="6668" actId="478"/>
          <ac:picMkLst>
            <pc:docMk/>
            <pc:sldMk cId="3610057355" sldId="302"/>
            <ac:picMk id="15" creationId="{5D59B822-93F9-5BCC-7441-FA8783AA8FA6}"/>
          </ac:picMkLst>
        </pc:picChg>
      </pc:sldChg>
      <pc:sldChg chg="addSp delSp modSp add mod modTransition">
        <pc:chgData name="Shakiba Foutohi" userId="3a43711e5e4d115e" providerId="LiveId" clId="{1A7688B5-845B-4F3D-9B67-70F44E40E6D2}" dt="2026-03-27T12:40:27.845" v="7726" actId="404"/>
        <pc:sldMkLst>
          <pc:docMk/>
          <pc:sldMk cId="1940671053" sldId="303"/>
        </pc:sldMkLst>
        <pc:spChg chg="add mod">
          <ac:chgData name="Shakiba Foutohi" userId="3a43711e5e4d115e" providerId="LiveId" clId="{1A7688B5-845B-4F3D-9B67-70F44E40E6D2}" dt="2026-03-27T12:39:02.767" v="7544" actId="1076"/>
          <ac:spMkLst>
            <pc:docMk/>
            <pc:sldMk cId="1940671053" sldId="303"/>
            <ac:spMk id="2" creationId="{7B84D2A0-7099-1E76-9D58-2D098103B9EF}"/>
          </ac:spMkLst>
        </pc:spChg>
        <pc:spChg chg="add del mod">
          <ac:chgData name="Shakiba Foutohi" userId="3a43711e5e4d115e" providerId="LiveId" clId="{1A7688B5-845B-4F3D-9B67-70F44E40E6D2}" dt="2026-03-26T13:56:37.742" v="5777" actId="478"/>
          <ac:spMkLst>
            <pc:docMk/>
            <pc:sldMk cId="1940671053" sldId="303"/>
            <ac:spMk id="3" creationId="{136DB261-BC15-63FA-01DA-03B644F7BB24}"/>
          </ac:spMkLst>
        </pc:spChg>
        <pc:spChg chg="add mod">
          <ac:chgData name="Shakiba Foutohi" userId="3a43711e5e4d115e" providerId="LiveId" clId="{1A7688B5-845B-4F3D-9B67-70F44E40E6D2}" dt="2026-03-27T12:40:27.845" v="7726" actId="404"/>
          <ac:spMkLst>
            <pc:docMk/>
            <pc:sldMk cId="1940671053" sldId="303"/>
            <ac:spMk id="3" creationId="{62C2929B-1E55-6EF6-2178-633EF0160003}"/>
          </ac:spMkLst>
        </pc:spChg>
        <pc:spChg chg="add">
          <ac:chgData name="Shakiba Foutohi" userId="3a43711e5e4d115e" providerId="LiveId" clId="{1A7688B5-845B-4F3D-9B67-70F44E40E6D2}" dt="2026-03-26T13:56:33.420" v="5775"/>
          <ac:spMkLst>
            <pc:docMk/>
            <pc:sldMk cId="1940671053" sldId="303"/>
            <ac:spMk id="4" creationId="{C734247E-20FD-E064-4D18-325AEEA9D037}"/>
          </ac:spMkLst>
        </pc:spChg>
        <pc:spChg chg="add mod">
          <ac:chgData name="Shakiba Foutohi" userId="3a43711e5e4d115e" providerId="LiveId" clId="{1A7688B5-845B-4F3D-9B67-70F44E40E6D2}" dt="2026-03-26T13:57:40.620" v="5789" actId="113"/>
          <ac:spMkLst>
            <pc:docMk/>
            <pc:sldMk cId="1940671053" sldId="303"/>
            <ac:spMk id="5" creationId="{D5066682-FE4F-D427-6A37-534962E03601}"/>
          </ac:spMkLst>
        </pc:spChg>
        <pc:spChg chg="mod">
          <ac:chgData name="Shakiba Foutohi" userId="3a43711e5e4d115e" providerId="LiveId" clId="{1A7688B5-845B-4F3D-9B67-70F44E40E6D2}" dt="2026-03-26T14:02:33.982" v="5816" actId="1076"/>
          <ac:spMkLst>
            <pc:docMk/>
            <pc:sldMk cId="1940671053" sldId="303"/>
            <ac:spMk id="6" creationId="{BB4BA9E9-0B0B-C703-0821-3CA50F0E4227}"/>
          </ac:spMkLst>
        </pc:spChg>
        <pc:spChg chg="add del mod">
          <ac:chgData name="Shakiba Foutohi" userId="3a43711e5e4d115e" providerId="LiveId" clId="{1A7688B5-845B-4F3D-9B67-70F44E40E6D2}" dt="2026-03-26T14:27:33.261" v="6007" actId="478"/>
          <ac:spMkLst>
            <pc:docMk/>
            <pc:sldMk cId="1940671053" sldId="303"/>
            <ac:spMk id="13" creationId="{E7DC182D-9237-CF85-009B-3872F44C7DE3}"/>
          </ac:spMkLst>
        </pc:spChg>
        <pc:graphicFrameChg chg="add del mod">
          <ac:chgData name="Shakiba Foutohi" userId="3a43711e5e4d115e" providerId="LiveId" clId="{1A7688B5-845B-4F3D-9B67-70F44E40E6D2}" dt="2026-03-26T13:59:37.963" v="5794" actId="478"/>
          <ac:graphicFrameMkLst>
            <pc:docMk/>
            <pc:sldMk cId="1940671053" sldId="303"/>
            <ac:graphicFrameMk id="9" creationId="{C7A2DF76-888C-E9CA-699E-A33C4628A5D9}"/>
          </ac:graphicFrameMkLst>
        </pc:graphicFrameChg>
        <pc:graphicFrameChg chg="add del mod">
          <ac:chgData name="Shakiba Foutohi" userId="3a43711e5e4d115e" providerId="LiveId" clId="{1A7688B5-845B-4F3D-9B67-70F44E40E6D2}" dt="2026-03-26T14:05:14.630" v="5928" actId="478"/>
          <ac:graphicFrameMkLst>
            <pc:docMk/>
            <pc:sldMk cId="1940671053" sldId="303"/>
            <ac:graphicFrameMk id="12" creationId="{8A5F3FB6-AA23-55B2-557E-872FFA516984}"/>
          </ac:graphicFrameMkLst>
        </pc:graphicFrameChg>
        <pc:graphicFrameChg chg="add mod modGraphic">
          <ac:chgData name="Shakiba Foutohi" userId="3a43711e5e4d115e" providerId="LiveId" clId="{1A7688B5-845B-4F3D-9B67-70F44E40E6D2}" dt="2026-03-26T14:27:44.038" v="6008" actId="14100"/>
          <ac:graphicFrameMkLst>
            <pc:docMk/>
            <pc:sldMk cId="1940671053" sldId="303"/>
            <ac:graphicFrameMk id="16" creationId="{2AD7A1B0-4EAE-098E-002C-CBE18A273435}"/>
          </ac:graphicFrameMkLst>
        </pc:graphicFrameChg>
      </pc:sldChg>
      <pc:sldChg chg="modSp new del mod">
        <pc:chgData name="Shakiba Foutohi" userId="3a43711e5e4d115e" providerId="LiveId" clId="{1A7688B5-845B-4F3D-9B67-70F44E40E6D2}" dt="2026-03-26T17:09:11.342" v="6206" actId="47"/>
        <pc:sldMkLst>
          <pc:docMk/>
          <pc:sldMk cId="2793903769" sldId="304"/>
        </pc:sldMkLst>
      </pc:sldChg>
      <pc:sldChg chg="addSp delSp modSp new mod modTransition">
        <pc:chgData name="Shakiba Foutohi" userId="3a43711e5e4d115e" providerId="LiveId" clId="{1A7688B5-845B-4F3D-9B67-70F44E40E6D2}" dt="2026-03-27T11:38:41.018" v="7257"/>
        <pc:sldMkLst>
          <pc:docMk/>
          <pc:sldMk cId="467432832" sldId="305"/>
        </pc:sldMkLst>
        <pc:spChg chg="del mod">
          <ac:chgData name="Shakiba Foutohi" userId="3a43711e5e4d115e" providerId="LiveId" clId="{1A7688B5-845B-4F3D-9B67-70F44E40E6D2}" dt="2026-03-26T17:07:18.575" v="6178" actId="478"/>
          <ac:spMkLst>
            <pc:docMk/>
            <pc:sldMk cId="467432832" sldId="305"/>
            <ac:spMk id="2" creationId="{1D2710FA-F1D5-C87D-97DE-E4A804342416}"/>
          </ac:spMkLst>
        </pc:spChg>
        <pc:spChg chg="mod">
          <ac:chgData name="Shakiba Foutohi" userId="3a43711e5e4d115e" providerId="LiveId" clId="{1A7688B5-845B-4F3D-9B67-70F44E40E6D2}" dt="2026-03-26T17:15:51.120" v="6443" actId="1035"/>
          <ac:spMkLst>
            <pc:docMk/>
            <pc:sldMk cId="467432832" sldId="305"/>
            <ac:spMk id="3" creationId="{092AE82A-7AF7-17CD-A4DD-1B467C48BD30}"/>
          </ac:spMkLst>
        </pc:spChg>
        <pc:spChg chg="mod">
          <ac:chgData name="Shakiba Foutohi" userId="3a43711e5e4d115e" providerId="LiveId" clId="{1A7688B5-845B-4F3D-9B67-70F44E40E6D2}" dt="2026-03-26T17:11:46.544" v="6281" actId="14100"/>
          <ac:spMkLst>
            <pc:docMk/>
            <pc:sldMk cId="467432832" sldId="305"/>
            <ac:spMk id="4" creationId="{C48ECB3C-66FD-941A-46B0-707828E73223}"/>
          </ac:spMkLst>
        </pc:spChg>
        <pc:spChg chg="mod">
          <ac:chgData name="Shakiba Foutohi" userId="3a43711e5e4d115e" providerId="LiveId" clId="{1A7688B5-845B-4F3D-9B67-70F44E40E6D2}" dt="2026-03-27T10:54:35.552" v="7135" actId="1035"/>
          <ac:spMkLst>
            <pc:docMk/>
            <pc:sldMk cId="467432832" sldId="305"/>
            <ac:spMk id="5" creationId="{9537A4ED-35C7-D722-308C-F3E98187963A}"/>
          </ac:spMkLst>
        </pc:spChg>
        <pc:spChg chg="add mod">
          <ac:chgData name="Shakiba Foutohi" userId="3a43711e5e4d115e" providerId="LiveId" clId="{1A7688B5-845B-4F3D-9B67-70F44E40E6D2}" dt="2026-03-27T10:54:40.774" v="7136" actId="1076"/>
          <ac:spMkLst>
            <pc:docMk/>
            <pc:sldMk cId="467432832" sldId="305"/>
            <ac:spMk id="6" creationId="{BDB23AB3-7843-E273-3332-DF6C168F1424}"/>
          </ac:spMkLst>
        </pc:spChg>
        <pc:spChg chg="mod">
          <ac:chgData name="Shakiba Foutohi" userId="3a43711e5e4d115e" providerId="LiveId" clId="{1A7688B5-845B-4F3D-9B67-70F44E40E6D2}" dt="2026-03-27T10:54:30.141" v="7115" actId="1035"/>
          <ac:spMkLst>
            <pc:docMk/>
            <pc:sldMk cId="467432832" sldId="305"/>
            <ac:spMk id="7" creationId="{814972EF-FF05-3A15-D5B6-ECB694D609B1}"/>
          </ac:spMkLst>
        </pc:spChg>
        <pc:spChg chg="add del mod">
          <ac:chgData name="Shakiba Foutohi" userId="3a43711e5e4d115e" providerId="LiveId" clId="{1A7688B5-845B-4F3D-9B67-70F44E40E6D2}" dt="2026-03-27T10:55:33.187" v="7146" actId="478"/>
          <ac:spMkLst>
            <pc:docMk/>
            <pc:sldMk cId="467432832" sldId="305"/>
            <ac:spMk id="8" creationId="{470E6A79-7644-C0B9-380A-8269929513B7}"/>
          </ac:spMkLst>
        </pc:spChg>
        <pc:spChg chg="add mod">
          <ac:chgData name="Shakiba Foutohi" userId="3a43711e5e4d115e" providerId="LiveId" clId="{1A7688B5-845B-4F3D-9B67-70F44E40E6D2}" dt="2026-03-27T10:55:56.823" v="7158" actId="1076"/>
          <ac:spMkLst>
            <pc:docMk/>
            <pc:sldMk cId="467432832" sldId="305"/>
            <ac:spMk id="9" creationId="{D59B8474-DAE0-6E56-2394-A89565954870}"/>
          </ac:spMkLst>
        </pc:spChg>
        <pc:spChg chg="add del mod ord">
          <ac:chgData name="Shakiba Foutohi" userId="3a43711e5e4d115e" providerId="LiveId" clId="{1A7688B5-845B-4F3D-9B67-70F44E40E6D2}" dt="2026-03-26T17:08:23.918" v="6194" actId="478"/>
          <ac:spMkLst>
            <pc:docMk/>
            <pc:sldMk cId="467432832" sldId="305"/>
            <ac:spMk id="9" creationId="{E41B564E-1AD1-324D-16F0-7912425EBD08}"/>
          </ac:spMkLst>
        </pc:spChg>
        <pc:spChg chg="add del mod">
          <ac:chgData name="Shakiba Foutohi" userId="3a43711e5e4d115e" providerId="LiveId" clId="{1A7688B5-845B-4F3D-9B67-70F44E40E6D2}" dt="2026-03-27T10:54:17.556" v="7093" actId="478"/>
          <ac:spMkLst>
            <pc:docMk/>
            <pc:sldMk cId="467432832" sldId="305"/>
            <ac:spMk id="10" creationId="{BFB0AE0C-7D6D-3242-4E61-A5035FA3A09B}"/>
          </ac:spMkLst>
        </pc:spChg>
        <pc:spChg chg="mod">
          <ac:chgData name="Shakiba Foutohi" userId="3a43711e5e4d115e" providerId="LiveId" clId="{1A7688B5-845B-4F3D-9B67-70F44E40E6D2}" dt="2026-03-26T17:05:46.330" v="6097"/>
          <ac:spMkLst>
            <pc:docMk/>
            <pc:sldMk cId="467432832" sldId="305"/>
            <ac:spMk id="12" creationId="{C68FF088-17BA-5E45-1508-B8D6155EAA8F}"/>
          </ac:spMkLst>
        </pc:spChg>
        <pc:spChg chg="mod">
          <ac:chgData name="Shakiba Foutohi" userId="3a43711e5e4d115e" providerId="LiveId" clId="{1A7688B5-845B-4F3D-9B67-70F44E40E6D2}" dt="2026-03-26T17:05:46.330" v="6097"/>
          <ac:spMkLst>
            <pc:docMk/>
            <pc:sldMk cId="467432832" sldId="305"/>
            <ac:spMk id="20" creationId="{E18A8FC8-2E09-F67E-D022-875B869516ED}"/>
          </ac:spMkLst>
        </pc:spChg>
        <pc:spChg chg="mod">
          <ac:chgData name="Shakiba Foutohi" userId="3a43711e5e4d115e" providerId="LiveId" clId="{1A7688B5-845B-4F3D-9B67-70F44E40E6D2}" dt="2026-03-26T17:05:46.330" v="6097"/>
          <ac:spMkLst>
            <pc:docMk/>
            <pc:sldMk cId="467432832" sldId="305"/>
            <ac:spMk id="23" creationId="{0DEFBEDF-E83E-F7EF-D551-0B4B4EB0E26A}"/>
          </ac:spMkLst>
        </pc:spChg>
        <pc:spChg chg="mod">
          <ac:chgData name="Shakiba Foutohi" userId="3a43711e5e4d115e" providerId="LiveId" clId="{1A7688B5-845B-4F3D-9B67-70F44E40E6D2}" dt="2026-03-26T17:05:46.330" v="6097"/>
          <ac:spMkLst>
            <pc:docMk/>
            <pc:sldMk cId="467432832" sldId="305"/>
            <ac:spMk id="25" creationId="{4BCD4124-7D85-FED1-9677-D4E298BDCFA6}"/>
          </ac:spMkLst>
        </pc:spChg>
        <pc:spChg chg="mod">
          <ac:chgData name="Shakiba Foutohi" userId="3a43711e5e4d115e" providerId="LiveId" clId="{1A7688B5-845B-4F3D-9B67-70F44E40E6D2}" dt="2026-03-26T17:05:46.330" v="6097"/>
          <ac:spMkLst>
            <pc:docMk/>
            <pc:sldMk cId="467432832" sldId="305"/>
            <ac:spMk id="29" creationId="{E34FDFEF-54C2-0CA1-8845-AAFE5BCA2458}"/>
          </ac:spMkLst>
        </pc:spChg>
        <pc:spChg chg="mod">
          <ac:chgData name="Shakiba Foutohi" userId="3a43711e5e4d115e" providerId="LiveId" clId="{1A7688B5-845B-4F3D-9B67-70F44E40E6D2}" dt="2026-03-26T17:05:46.330" v="6097"/>
          <ac:spMkLst>
            <pc:docMk/>
            <pc:sldMk cId="467432832" sldId="305"/>
            <ac:spMk id="30" creationId="{2ABED26D-5152-95F0-AEFD-15020D95BD53}"/>
          </ac:spMkLst>
        </pc:spChg>
        <pc:spChg chg="add mod ord">
          <ac:chgData name="Shakiba Foutohi" userId="3a43711e5e4d115e" providerId="LiveId" clId="{1A7688B5-845B-4F3D-9B67-70F44E40E6D2}" dt="2026-03-26T17:16:02.156" v="6457" actId="1035"/>
          <ac:spMkLst>
            <pc:docMk/>
            <pc:sldMk cId="467432832" sldId="305"/>
            <ac:spMk id="31" creationId="{54FE7DF0-A2B5-0655-2869-5ACFE344FC19}"/>
          </ac:spMkLst>
        </pc:spChg>
        <pc:spChg chg="add del mod">
          <ac:chgData name="Shakiba Foutohi" userId="3a43711e5e4d115e" providerId="LiveId" clId="{1A7688B5-845B-4F3D-9B67-70F44E40E6D2}" dt="2026-03-26T17:07:20.078" v="6179" actId="478"/>
          <ac:spMkLst>
            <pc:docMk/>
            <pc:sldMk cId="467432832" sldId="305"/>
            <ac:spMk id="33" creationId="{9414E6DC-5268-D22B-4FAD-CF50D3336E25}"/>
          </ac:spMkLst>
        </pc:spChg>
        <pc:spChg chg="add del mod">
          <ac:chgData name="Shakiba Foutohi" userId="3a43711e5e4d115e" providerId="LiveId" clId="{1A7688B5-845B-4F3D-9B67-70F44E40E6D2}" dt="2026-03-27T10:54:15.499" v="7092" actId="478"/>
          <ac:spMkLst>
            <pc:docMk/>
            <pc:sldMk cId="467432832" sldId="305"/>
            <ac:spMk id="34" creationId="{3C9B7951-A203-9883-FB3A-4B4703F7C3A3}"/>
          </ac:spMkLst>
        </pc:spChg>
        <pc:spChg chg="add mod">
          <ac:chgData name="Shakiba Foutohi" userId="3a43711e5e4d115e" providerId="LiveId" clId="{1A7688B5-845B-4F3D-9B67-70F44E40E6D2}" dt="2026-03-26T17:15:51.120" v="6443" actId="1035"/>
          <ac:spMkLst>
            <pc:docMk/>
            <pc:sldMk cId="467432832" sldId="305"/>
            <ac:spMk id="35" creationId="{B8D40AA3-4834-210B-6C05-EAA6E8B1C75A}"/>
          </ac:spMkLst>
        </pc:spChg>
        <pc:spChg chg="add mod">
          <ac:chgData name="Shakiba Foutohi" userId="3a43711e5e4d115e" providerId="LiveId" clId="{1A7688B5-845B-4F3D-9B67-70F44E40E6D2}" dt="2026-03-26T17:16:02.156" v="6457" actId="1035"/>
          <ac:spMkLst>
            <pc:docMk/>
            <pc:sldMk cId="467432832" sldId="305"/>
            <ac:spMk id="36" creationId="{4334FB15-19E1-4D1A-B691-C4603EE97D2F}"/>
          </ac:spMkLst>
        </pc:spChg>
        <pc:spChg chg="add mod">
          <ac:chgData name="Shakiba Foutohi" userId="3a43711e5e4d115e" providerId="LiveId" clId="{1A7688B5-845B-4F3D-9B67-70F44E40E6D2}" dt="2026-03-26T17:15:51.120" v="6443" actId="1035"/>
          <ac:spMkLst>
            <pc:docMk/>
            <pc:sldMk cId="467432832" sldId="305"/>
            <ac:spMk id="38" creationId="{26E4115E-E2B7-4DAC-BA14-AADED0AD806E}"/>
          </ac:spMkLst>
        </pc:spChg>
        <pc:spChg chg="add mod">
          <ac:chgData name="Shakiba Foutohi" userId="3a43711e5e4d115e" providerId="LiveId" clId="{1A7688B5-845B-4F3D-9B67-70F44E40E6D2}" dt="2026-03-26T17:16:02.156" v="6457" actId="1035"/>
          <ac:spMkLst>
            <pc:docMk/>
            <pc:sldMk cId="467432832" sldId="305"/>
            <ac:spMk id="39" creationId="{46570E95-2A99-3793-C8CB-9E3DAEE638DF}"/>
          </ac:spMkLst>
        </pc:spChg>
        <pc:spChg chg="add del mod">
          <ac:chgData name="Shakiba Foutohi" userId="3a43711e5e4d115e" providerId="LiveId" clId="{1A7688B5-845B-4F3D-9B67-70F44E40E6D2}" dt="2026-03-26T17:12:27.687" v="6287" actId="478"/>
          <ac:spMkLst>
            <pc:docMk/>
            <pc:sldMk cId="467432832" sldId="305"/>
            <ac:spMk id="40" creationId="{8CF2D547-DB86-5395-84A6-D5D8A7F2D100}"/>
          </ac:spMkLst>
        </pc:spChg>
        <pc:spChg chg="add mod">
          <ac:chgData name="Shakiba Foutohi" userId="3a43711e5e4d115e" providerId="LiveId" clId="{1A7688B5-845B-4F3D-9B67-70F44E40E6D2}" dt="2026-03-26T17:15:51.120" v="6443" actId="1035"/>
          <ac:spMkLst>
            <pc:docMk/>
            <pc:sldMk cId="467432832" sldId="305"/>
            <ac:spMk id="41" creationId="{29AFCC11-C4FE-74B0-765C-BC471E10FC6F}"/>
          </ac:spMkLst>
        </pc:spChg>
        <pc:spChg chg="add del mod">
          <ac:chgData name="Shakiba Foutohi" userId="3a43711e5e4d115e" providerId="LiveId" clId="{1A7688B5-845B-4F3D-9B67-70F44E40E6D2}" dt="2026-03-26T17:13:31.273" v="6301" actId="478"/>
          <ac:spMkLst>
            <pc:docMk/>
            <pc:sldMk cId="467432832" sldId="305"/>
            <ac:spMk id="42" creationId="{9A272F87-CB15-CB3D-AB4C-B412EA412446}"/>
          </ac:spMkLst>
        </pc:spChg>
        <pc:spChg chg="add mod">
          <ac:chgData name="Shakiba Foutohi" userId="3a43711e5e4d115e" providerId="LiveId" clId="{1A7688B5-845B-4F3D-9B67-70F44E40E6D2}" dt="2026-03-26T17:15:51.120" v="6443" actId="1035"/>
          <ac:spMkLst>
            <pc:docMk/>
            <pc:sldMk cId="467432832" sldId="305"/>
            <ac:spMk id="43" creationId="{0C05D52F-72BD-6FF1-3D02-F54B2D5DB05E}"/>
          </ac:spMkLst>
        </pc:spChg>
        <pc:spChg chg="add mod">
          <ac:chgData name="Shakiba Foutohi" userId="3a43711e5e4d115e" providerId="LiveId" clId="{1A7688B5-845B-4F3D-9B67-70F44E40E6D2}" dt="2026-03-26T17:16:02.156" v="6457" actId="1035"/>
          <ac:spMkLst>
            <pc:docMk/>
            <pc:sldMk cId="467432832" sldId="305"/>
            <ac:spMk id="44" creationId="{1AC5001A-3312-FD1A-0EE2-081DC69EC1F9}"/>
          </ac:spMkLst>
        </pc:spChg>
        <pc:spChg chg="add del mod">
          <ac:chgData name="Shakiba Foutohi" userId="3a43711e5e4d115e" providerId="LiveId" clId="{1A7688B5-845B-4F3D-9B67-70F44E40E6D2}" dt="2026-03-27T10:56:10.554" v="7160" actId="478"/>
          <ac:spMkLst>
            <pc:docMk/>
            <pc:sldMk cId="467432832" sldId="305"/>
            <ac:spMk id="45" creationId="{15760096-F91D-2ABF-8F8D-5E2921DFC46B}"/>
          </ac:spMkLst>
        </pc:spChg>
        <pc:spChg chg="add del mod">
          <ac:chgData name="Shakiba Foutohi" userId="3a43711e5e4d115e" providerId="LiveId" clId="{1A7688B5-845B-4F3D-9B67-70F44E40E6D2}" dt="2026-03-27T10:56:08.421" v="7159" actId="478"/>
          <ac:spMkLst>
            <pc:docMk/>
            <pc:sldMk cId="467432832" sldId="305"/>
            <ac:spMk id="46" creationId="{57FC1268-ACB7-117A-E7E9-F7A379B72CB5}"/>
          </ac:spMkLst>
        </pc:spChg>
        <pc:spChg chg="add mod">
          <ac:chgData name="Shakiba Foutohi" userId="3a43711e5e4d115e" providerId="LiveId" clId="{1A7688B5-845B-4F3D-9B67-70F44E40E6D2}" dt="2026-03-26T17:15:51.518" v="6444" actId="20577"/>
          <ac:spMkLst>
            <pc:docMk/>
            <pc:sldMk cId="467432832" sldId="305"/>
            <ac:spMk id="48" creationId="{E1F28D96-F190-06DA-1D84-B588E52BC8CC}"/>
          </ac:spMkLst>
        </pc:spChg>
        <pc:grpChg chg="del mod">
          <ac:chgData name="Shakiba Foutohi" userId="3a43711e5e4d115e" providerId="LiveId" clId="{1A7688B5-845B-4F3D-9B67-70F44E40E6D2}" dt="2026-03-26T17:06:07.712" v="6102" actId="478"/>
          <ac:grpSpMkLst>
            <pc:docMk/>
            <pc:sldMk cId="467432832" sldId="305"/>
            <ac:grpSpMk id="11" creationId="{A1BBA5EC-8AFE-272D-E37F-0F6806695B8A}"/>
          </ac:grpSpMkLst>
        </pc:grpChg>
        <pc:grpChg chg="del mod">
          <ac:chgData name="Shakiba Foutohi" userId="3a43711e5e4d115e" providerId="LiveId" clId="{1A7688B5-845B-4F3D-9B67-70F44E40E6D2}" dt="2026-03-26T17:06:44.641" v="6153" actId="478"/>
          <ac:grpSpMkLst>
            <pc:docMk/>
            <pc:sldMk cId="467432832" sldId="305"/>
            <ac:grpSpMk id="26" creationId="{AB99AC4C-3841-CCFD-D2E5-96936A0B8386}"/>
          </ac:grpSpMkLst>
        </pc:grpChg>
      </pc:sldChg>
      <pc:sldChg chg="addSp delSp modSp new del mod">
        <pc:chgData name="Shakiba Foutohi" userId="3a43711e5e4d115e" providerId="LiveId" clId="{1A7688B5-845B-4F3D-9B67-70F44E40E6D2}" dt="2026-03-26T17:16:11.708" v="6459" actId="47"/>
        <pc:sldMkLst>
          <pc:docMk/>
          <pc:sldMk cId="2092455457" sldId="306"/>
        </pc:sldMkLst>
        <pc:spChg chg="del mod">
          <ac:chgData name="Shakiba Foutohi" userId="3a43711e5e4d115e" providerId="LiveId" clId="{1A7688B5-845B-4F3D-9B67-70F44E40E6D2}" dt="2026-03-26T17:16:10.842" v="6458" actId="478"/>
          <ac:spMkLst>
            <pc:docMk/>
            <pc:sldMk cId="2092455457" sldId="306"/>
            <ac:spMk id="2" creationId="{859749A5-302B-F8D7-67EE-28CE0C6CD221}"/>
          </ac:spMkLst>
        </pc:spChg>
        <pc:spChg chg="del mod">
          <ac:chgData name="Shakiba Foutohi" userId="3a43711e5e4d115e" providerId="LiveId" clId="{1A7688B5-845B-4F3D-9B67-70F44E40E6D2}" dt="2026-03-26T17:10:23.725" v="6266" actId="21"/>
          <ac:spMkLst>
            <pc:docMk/>
            <pc:sldMk cId="2092455457" sldId="306"/>
            <ac:spMk id="3" creationId="{4334FB15-19E1-4D1A-B691-C4603EE97D2F}"/>
          </ac:spMkLst>
        </pc:spChg>
        <pc:spChg chg="add mod">
          <ac:chgData name="Shakiba Foutohi" userId="3a43711e5e4d115e" providerId="LiveId" clId="{1A7688B5-845B-4F3D-9B67-70F44E40E6D2}" dt="2026-03-26T17:10:23.725" v="6266" actId="21"/>
          <ac:spMkLst>
            <pc:docMk/>
            <pc:sldMk cId="2092455457" sldId="306"/>
            <ac:spMk id="5" creationId="{ACEEF6CE-A040-5378-5C8E-5A947BE42768}"/>
          </ac:spMkLst>
        </pc:spChg>
        <pc:spChg chg="add mod">
          <ac:chgData name="Shakiba Foutohi" userId="3a43711e5e4d115e" providerId="LiveId" clId="{1A7688B5-845B-4F3D-9B67-70F44E40E6D2}" dt="2026-03-26T17:16:10.842" v="6458" actId="478"/>
          <ac:spMkLst>
            <pc:docMk/>
            <pc:sldMk cId="2092455457" sldId="306"/>
            <ac:spMk id="7" creationId="{D8ADA1B4-B03D-A145-4B17-08184609244E}"/>
          </ac:spMkLst>
        </pc:spChg>
      </pc:sldChg>
      <pc:sldChg chg="modSp new mod modTransition">
        <pc:chgData name="Shakiba Foutohi" userId="3a43711e5e4d115e" providerId="LiveId" clId="{1A7688B5-845B-4F3D-9B67-70F44E40E6D2}" dt="2026-03-27T11:38:41.018" v="7257"/>
        <pc:sldMkLst>
          <pc:docMk/>
          <pc:sldMk cId="2879589559" sldId="307"/>
        </pc:sldMkLst>
        <pc:spChg chg="mod">
          <ac:chgData name="Shakiba Foutohi" userId="3a43711e5e4d115e" providerId="LiveId" clId="{1A7688B5-845B-4F3D-9B67-70F44E40E6D2}" dt="2026-03-27T09:49:06.896" v="6907" actId="20577"/>
          <ac:spMkLst>
            <pc:docMk/>
            <pc:sldMk cId="2879589559" sldId="307"/>
            <ac:spMk id="2" creationId="{1156F419-1D8F-3273-1B31-F8B0295AC75B}"/>
          </ac:spMkLst>
        </pc:spChg>
        <pc:spChg chg="mod">
          <ac:chgData name="Shakiba Foutohi" userId="3a43711e5e4d115e" providerId="LiveId" clId="{1A7688B5-845B-4F3D-9B67-70F44E40E6D2}" dt="2026-03-26T17:16:19.327" v="6461" actId="120"/>
          <ac:spMkLst>
            <pc:docMk/>
            <pc:sldMk cId="2879589559" sldId="307"/>
            <ac:spMk id="3" creationId="{38494E25-82D4-37FE-F0B0-DA5F73FC92E0}"/>
          </ac:spMkLst>
        </pc:spChg>
      </pc:sldChg>
      <pc:sldChg chg="modSp new mod modTransition">
        <pc:chgData name="Shakiba Foutohi" userId="3a43711e5e4d115e" providerId="LiveId" clId="{1A7688B5-845B-4F3D-9B67-70F44E40E6D2}" dt="2026-03-27T11:38:41.018" v="7257"/>
        <pc:sldMkLst>
          <pc:docMk/>
          <pc:sldMk cId="287233984" sldId="308"/>
        </pc:sldMkLst>
        <pc:spChg chg="mod">
          <ac:chgData name="Shakiba Foutohi" userId="3a43711e5e4d115e" providerId="LiveId" clId="{1A7688B5-845B-4F3D-9B67-70F44E40E6D2}" dt="2026-03-27T09:50:25.196" v="6948" actId="20577"/>
          <ac:spMkLst>
            <pc:docMk/>
            <pc:sldMk cId="287233984" sldId="308"/>
            <ac:spMk id="3" creationId="{EC55FC38-E4D6-7B17-66A8-CA863AE91F46}"/>
          </ac:spMkLst>
        </pc:spChg>
      </pc:sldChg>
      <pc:sldChg chg="modSp new del">
        <pc:chgData name="Shakiba Foutohi" userId="3a43711e5e4d115e" providerId="LiveId" clId="{1A7688B5-845B-4F3D-9B67-70F44E40E6D2}" dt="2026-03-27T08:02:57.554" v="6555" actId="47"/>
        <pc:sldMkLst>
          <pc:docMk/>
          <pc:sldMk cId="2688037144" sldId="308"/>
        </pc:sldMkLst>
      </pc:sldChg>
      <pc:sldChg chg="addSp delSp modSp new mod modTransition">
        <pc:chgData name="Shakiba Foutohi" userId="3a43711e5e4d115e" providerId="LiveId" clId="{1A7688B5-845B-4F3D-9B67-70F44E40E6D2}" dt="2026-03-27T12:37:30.112" v="7424" actId="5793"/>
        <pc:sldMkLst>
          <pc:docMk/>
          <pc:sldMk cId="3471034472" sldId="309"/>
        </pc:sldMkLst>
        <pc:spChg chg="del">
          <ac:chgData name="Shakiba Foutohi" userId="3a43711e5e4d115e" providerId="LiveId" clId="{1A7688B5-845B-4F3D-9B67-70F44E40E6D2}" dt="2026-03-27T09:13:37.185" v="6594" actId="478"/>
          <ac:spMkLst>
            <pc:docMk/>
            <pc:sldMk cId="3471034472" sldId="309"/>
            <ac:spMk id="2" creationId="{312FF57F-F82F-EB36-1421-9F834E5538EA}"/>
          </ac:spMkLst>
        </pc:spChg>
        <pc:spChg chg="add mod">
          <ac:chgData name="Shakiba Foutohi" userId="3a43711e5e4d115e" providerId="LiveId" clId="{1A7688B5-845B-4F3D-9B67-70F44E40E6D2}" dt="2026-03-27T12:37:30.112" v="7424" actId="5793"/>
          <ac:spMkLst>
            <pc:docMk/>
            <pc:sldMk cId="3471034472" sldId="309"/>
            <ac:spMk id="2" creationId="{9A7AD09F-ECF8-5977-F293-B3A72F70EF7E}"/>
          </ac:spMkLst>
        </pc:spChg>
        <pc:spChg chg="del">
          <ac:chgData name="Shakiba Foutohi" userId="3a43711e5e4d115e" providerId="LiveId" clId="{1A7688B5-845B-4F3D-9B67-70F44E40E6D2}" dt="2026-03-27T09:13:35.388" v="6593" actId="478"/>
          <ac:spMkLst>
            <pc:docMk/>
            <pc:sldMk cId="3471034472" sldId="309"/>
            <ac:spMk id="3" creationId="{D693AAAB-9D34-751D-4C03-610F59A6CF8A}"/>
          </ac:spMkLst>
        </pc:spChg>
        <pc:spChg chg="add mod">
          <ac:chgData name="Shakiba Foutohi" userId="3a43711e5e4d115e" providerId="LiveId" clId="{1A7688B5-845B-4F3D-9B67-70F44E40E6D2}" dt="2026-03-27T09:28:00.120" v="6669"/>
          <ac:spMkLst>
            <pc:docMk/>
            <pc:sldMk cId="3471034472" sldId="309"/>
            <ac:spMk id="14" creationId="{7C2DAE51-81A9-FB70-8D66-EA48E2D1D7FD}"/>
          </ac:spMkLst>
        </pc:spChg>
        <pc:spChg chg="add mod">
          <ac:chgData name="Shakiba Foutohi" userId="3a43711e5e4d115e" providerId="LiveId" clId="{1A7688B5-845B-4F3D-9B67-70F44E40E6D2}" dt="2026-03-27T09:28:18.653" v="6685" actId="404"/>
          <ac:spMkLst>
            <pc:docMk/>
            <pc:sldMk cId="3471034472" sldId="309"/>
            <ac:spMk id="15" creationId="{65E0A75A-663D-9F52-DCB6-4723731DBC22}"/>
          </ac:spMkLst>
        </pc:spChg>
        <pc:graphicFrameChg chg="add del modGraphic">
          <ac:chgData name="Shakiba Foutohi" userId="3a43711e5e4d115e" providerId="LiveId" clId="{1A7688B5-845B-4F3D-9B67-70F44E40E6D2}" dt="2026-03-27T09:13:31.600" v="6592" actId="478"/>
          <ac:graphicFrameMkLst>
            <pc:docMk/>
            <pc:sldMk cId="3471034472" sldId="309"/>
            <ac:graphicFrameMk id="6" creationId="{30154B62-D75C-37F7-09CD-A54C6903021F}"/>
          </ac:graphicFrameMkLst>
        </pc:graphicFrameChg>
        <pc:graphicFrameChg chg="add del mod">
          <ac:chgData name="Shakiba Foutohi" userId="3a43711e5e4d115e" providerId="LiveId" clId="{1A7688B5-845B-4F3D-9B67-70F44E40E6D2}" dt="2026-03-27T09:26:08.271" v="6653" actId="21"/>
          <ac:graphicFrameMkLst>
            <pc:docMk/>
            <pc:sldMk cId="3471034472" sldId="309"/>
            <ac:graphicFrameMk id="9" creationId="{A2CEE987-EADB-17A6-21A3-3566D61B987E}"/>
          </ac:graphicFrameMkLst>
        </pc:graphicFrameChg>
        <pc:graphicFrameChg chg="add mod">
          <ac:chgData name="Shakiba Foutohi" userId="3a43711e5e4d115e" providerId="LiveId" clId="{1A7688B5-845B-4F3D-9B67-70F44E40E6D2}" dt="2026-03-27T09:24:15.767" v="6638" actId="14100"/>
          <ac:graphicFrameMkLst>
            <pc:docMk/>
            <pc:sldMk cId="3471034472" sldId="309"/>
            <ac:graphicFrameMk id="12" creationId="{80E6D5BE-B960-518B-0CDA-C423F6191129}"/>
          </ac:graphicFrameMkLst>
        </pc:graphicFrameChg>
        <pc:graphicFrameChg chg="add mod">
          <ac:chgData name="Shakiba Foutohi" userId="3a43711e5e4d115e" providerId="LiveId" clId="{1A7688B5-845B-4F3D-9B67-70F44E40E6D2}" dt="2026-03-27T09:27:31.827" v="6666" actId="20577"/>
          <ac:graphicFrameMkLst>
            <pc:docMk/>
            <pc:sldMk cId="3471034472" sldId="309"/>
            <ac:graphicFrameMk id="13" creationId="{CE9AD475-6D34-3392-7F96-89BB42B62623}"/>
          </ac:graphicFrameMkLst>
        </pc:graphicFrameChg>
      </pc:sldChg>
      <pc:sldChg chg="addSp delSp modSp new mod modTransition">
        <pc:chgData name="Shakiba Foutohi" userId="3a43711e5e4d115e" providerId="LiveId" clId="{1A7688B5-845B-4F3D-9B67-70F44E40E6D2}" dt="2026-03-27T11:38:41.018" v="7257"/>
        <pc:sldMkLst>
          <pc:docMk/>
          <pc:sldMk cId="1784728319" sldId="310"/>
        </pc:sldMkLst>
        <pc:spChg chg="del">
          <ac:chgData name="Shakiba Foutohi" userId="3a43711e5e4d115e" providerId="LiveId" clId="{1A7688B5-845B-4F3D-9B67-70F44E40E6D2}" dt="2026-03-27T09:24:25.496" v="6640" actId="478"/>
          <ac:spMkLst>
            <pc:docMk/>
            <pc:sldMk cId="1784728319" sldId="310"/>
            <ac:spMk id="2" creationId="{03A79FB2-F62B-BB6B-2167-9618CE386DA3}"/>
          </ac:spMkLst>
        </pc:spChg>
        <pc:spChg chg="mod">
          <ac:chgData name="Shakiba Foutohi" userId="3a43711e5e4d115e" providerId="LiveId" clId="{1A7688B5-845B-4F3D-9B67-70F44E40E6D2}" dt="2026-03-27T09:29:00.143" v="6781" actId="20577"/>
          <ac:spMkLst>
            <pc:docMk/>
            <pc:sldMk cId="1784728319" sldId="310"/>
            <ac:spMk id="3" creationId="{2D8182E4-8B6F-5B69-8965-241C469E0F17}"/>
          </ac:spMkLst>
        </pc:spChg>
        <pc:spChg chg="add mod">
          <ac:chgData name="Shakiba Foutohi" userId="3a43711e5e4d115e" providerId="LiveId" clId="{1A7688B5-845B-4F3D-9B67-70F44E40E6D2}" dt="2026-03-27T10:15:23.665" v="7055" actId="1076"/>
          <ac:spMkLst>
            <pc:docMk/>
            <pc:sldMk cId="1784728319" sldId="310"/>
            <ac:spMk id="4" creationId="{AABA5906-325F-455D-F0B5-2EB43EA8806E}"/>
          </ac:spMkLst>
        </pc:spChg>
        <pc:graphicFrameChg chg="add del mod">
          <ac:chgData name="Shakiba Foutohi" userId="3a43711e5e4d115e" providerId="LiveId" clId="{1A7688B5-845B-4F3D-9B67-70F44E40E6D2}" dt="2026-03-27T09:26:11.847" v="6655" actId="21"/>
          <ac:graphicFrameMkLst>
            <pc:docMk/>
            <pc:sldMk cId="1784728319" sldId="310"/>
            <ac:graphicFrameMk id="6" creationId="{CE9AD475-6D34-3392-7F96-89BB42B62623}"/>
          </ac:graphicFrameMkLst>
        </pc:graphicFrameChg>
        <pc:graphicFrameChg chg="add mod">
          <ac:chgData name="Shakiba Foutohi" userId="3a43711e5e4d115e" providerId="LiveId" clId="{1A7688B5-845B-4F3D-9B67-70F44E40E6D2}" dt="2026-03-27T10:15:35.192" v="7060" actId="14100"/>
          <ac:graphicFrameMkLst>
            <pc:docMk/>
            <pc:sldMk cId="1784728319" sldId="310"/>
            <ac:graphicFrameMk id="9" creationId="{A2CEE987-EADB-17A6-21A3-3566D61B987E}"/>
          </ac:graphicFrameMkLst>
        </pc:graphicFrameChg>
      </pc:sldChg>
      <pc:sldChg chg="modSp add mod modTransition">
        <pc:chgData name="Shakiba Foutohi" userId="3a43711e5e4d115e" providerId="LiveId" clId="{1A7688B5-845B-4F3D-9B67-70F44E40E6D2}" dt="2026-03-27T11:38:41.018" v="7257"/>
        <pc:sldMkLst>
          <pc:docMk/>
          <pc:sldMk cId="2212534782" sldId="311"/>
        </pc:sldMkLst>
        <pc:spChg chg="mod">
          <ac:chgData name="Shakiba Foutohi" userId="3a43711e5e4d115e" providerId="LiveId" clId="{1A7688B5-845B-4F3D-9B67-70F44E40E6D2}" dt="2026-03-27T09:35:17.758" v="6817" actId="20577"/>
          <ac:spMkLst>
            <pc:docMk/>
            <pc:sldMk cId="2212534782" sldId="311"/>
            <ac:spMk id="15" creationId="{28D47435-7917-5E45-8F59-FFB00F5A3C59}"/>
          </ac:spMkLst>
        </pc:spChg>
        <pc:graphicFrameChg chg="mod">
          <ac:chgData name="Shakiba Foutohi" userId="3a43711e5e4d115e" providerId="LiveId" clId="{1A7688B5-845B-4F3D-9B67-70F44E40E6D2}" dt="2026-03-27T09:35:04.794" v="6802" actId="14100"/>
          <ac:graphicFrameMkLst>
            <pc:docMk/>
            <pc:sldMk cId="2212534782" sldId="311"/>
            <ac:graphicFrameMk id="12" creationId="{136D7FD9-E611-A035-E53C-550279FB8C00}"/>
          </ac:graphicFrameMkLst>
        </pc:graphicFrameChg>
      </pc:sldChg>
      <pc:sldChg chg="addSp modSp new mod ord modTransition">
        <pc:chgData name="Shakiba Foutohi" userId="3a43711e5e4d115e" providerId="LiveId" clId="{1A7688B5-845B-4F3D-9B67-70F44E40E6D2}" dt="2026-03-27T11:38:41.018" v="7257"/>
        <pc:sldMkLst>
          <pc:docMk/>
          <pc:sldMk cId="3818117090" sldId="312"/>
        </pc:sldMkLst>
        <pc:spChg chg="mod">
          <ac:chgData name="Shakiba Foutohi" userId="3a43711e5e4d115e" providerId="LiveId" clId="{1A7688B5-845B-4F3D-9B67-70F44E40E6D2}" dt="2026-03-27T11:35:58.580" v="7249" actId="404"/>
          <ac:spMkLst>
            <pc:docMk/>
            <pc:sldMk cId="3818117090" sldId="312"/>
            <ac:spMk id="2" creationId="{BD61F586-1C06-9487-5C25-806DD00F349F}"/>
          </ac:spMkLst>
        </pc:spChg>
        <pc:spChg chg="mod">
          <ac:chgData name="Shakiba Foutohi" userId="3a43711e5e4d115e" providerId="LiveId" clId="{1A7688B5-845B-4F3D-9B67-70F44E40E6D2}" dt="2026-03-27T11:33:30.831" v="7184" actId="120"/>
          <ac:spMkLst>
            <pc:docMk/>
            <pc:sldMk cId="3818117090" sldId="312"/>
            <ac:spMk id="3" creationId="{51E34858-23C3-179F-B935-08E0F63D7A79}"/>
          </ac:spMkLst>
        </pc:spChg>
        <pc:spChg chg="add mod">
          <ac:chgData name="Shakiba Foutohi" userId="3a43711e5e4d115e" providerId="LiveId" clId="{1A7688B5-845B-4F3D-9B67-70F44E40E6D2}" dt="2026-03-27T11:37:58.752" v="7255" actId="20577"/>
          <ac:spMkLst>
            <pc:docMk/>
            <pc:sldMk cId="3818117090" sldId="312"/>
            <ac:spMk id="4" creationId="{1AA8E378-756E-7385-CA8C-38D8457C2995}"/>
          </ac:spMkLst>
        </pc:spChg>
      </pc:sldChg>
      <pc:sldChg chg="add del">
        <pc:chgData name="Shakiba Foutohi" userId="3a43711e5e4d115e" providerId="LiveId" clId="{1A7688B5-845B-4F3D-9B67-70F44E40E6D2}" dt="2026-03-27T11:37:51.478" v="7253"/>
        <pc:sldMkLst>
          <pc:docMk/>
          <pc:sldMk cId="1250244540" sldId="313"/>
        </pc:sldMkLst>
      </pc:sldChg>
      <pc:sldMasterChg chg="addSldLayout delSldLayout">
        <pc:chgData name="Shakiba Foutohi" userId="3a43711e5e4d115e" providerId="LiveId" clId="{1A7688B5-845B-4F3D-9B67-70F44E40E6D2}" dt="2026-03-27T08:03:00.295" v="6556" actId="47"/>
        <pc:sldMasterMkLst>
          <pc:docMk/>
          <pc:sldMasterMk cId="2301237695" sldId="2147483672"/>
        </pc:sldMasterMkLst>
        <pc:sldLayoutChg chg="add del">
          <pc:chgData name="Shakiba Foutohi" userId="3a43711e5e4d115e" providerId="LiveId" clId="{1A7688B5-845B-4F3D-9B67-70F44E40E6D2}" dt="2026-03-27T08:03:00.295" v="6556" actId="47"/>
          <pc:sldLayoutMkLst>
            <pc:docMk/>
            <pc:sldMasterMk cId="2301237695" sldId="2147483672"/>
            <pc:sldLayoutMk cId="1439164561" sldId="2147483673"/>
          </pc:sldLayoutMkLst>
        </pc:sldLayoutChg>
        <pc:sldLayoutChg chg="add del">
          <pc:chgData name="Shakiba Foutohi" userId="3a43711e5e4d115e" providerId="LiveId" clId="{1A7688B5-845B-4F3D-9B67-70F44E40E6D2}" dt="2026-03-27T08:03:00.295" v="6556" actId="47"/>
          <pc:sldLayoutMkLst>
            <pc:docMk/>
            <pc:sldMasterMk cId="2301237695" sldId="2147483672"/>
            <pc:sldLayoutMk cId="442762531" sldId="214748367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 Compression Ratio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German</c:v>
                </c:pt>
                <c:pt idx="1">
                  <c:v>Native American</c:v>
                </c:pt>
                <c:pt idx="2">
                  <c:v>Persian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1.1000000000000001</c:v>
                </c:pt>
                <c:pt idx="1">
                  <c:v>0.94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1E-44AC-BB28-3791A21276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compression ratio edges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German</c:v>
                </c:pt>
                <c:pt idx="1">
                  <c:v>Native American</c:v>
                </c:pt>
                <c:pt idx="2">
                  <c:v>Persian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1.11654336342992</c:v>
                </c:pt>
                <c:pt idx="1">
                  <c:v>0.945110555779752</c:v>
                </c:pt>
                <c:pt idx="2">
                  <c:v>0.90375325729502498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11E-44AC-BB28-3791A21276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longest_path_ratio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German</c:v>
                </c:pt>
                <c:pt idx="1">
                  <c:v>Native American</c:v>
                </c:pt>
                <c:pt idx="2">
                  <c:v>Persian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1.11654336342992</c:v>
                </c:pt>
                <c:pt idx="1">
                  <c:v>0.945110555779752</c:v>
                </c:pt>
                <c:pt idx="2">
                  <c:v>0.90375325729502498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11E-44AC-BB28-3791A2127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70364719"/>
        <c:axId val="1670366639"/>
      </c:barChart>
      <c:catAx>
        <c:axId val="1670364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0366639"/>
        <c:crosses val="autoZero"/>
        <c:auto val="1"/>
        <c:lblAlgn val="ctr"/>
        <c:lblOffset val="100"/>
        <c:noMultiLvlLbl val="0"/>
      </c:catAx>
      <c:valAx>
        <c:axId val="1670366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036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density_diff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German</c:v>
                </c:pt>
                <c:pt idx="1">
                  <c:v>Native American</c:v>
                </c:pt>
                <c:pt idx="2">
                  <c:v>Persian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-1.619817E-3</c:v>
                </c:pt>
                <c:pt idx="1">
                  <c:v>9.3702E-4</c:v>
                </c:pt>
                <c:pt idx="2">
                  <c:v>-6.0580699999999998E-4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6B-4AF0-8075-02E2873E38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avg_degree_diff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German</c:v>
                </c:pt>
                <c:pt idx="1">
                  <c:v>Native American</c:v>
                </c:pt>
                <c:pt idx="2">
                  <c:v>Persian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3.2396339999999999E-3</c:v>
                </c:pt>
                <c:pt idx="1">
                  <c:v>-1.87404E-3</c:v>
                </c:pt>
                <c:pt idx="2">
                  <c:v>1.211614E-3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6B-4AF0-8075-02E2873E38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8642495"/>
        <c:axId val="1668642975"/>
      </c:barChart>
      <c:catAx>
        <c:axId val="1668642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642975"/>
        <c:crosses val="autoZero"/>
        <c:auto val="1"/>
        <c:lblAlgn val="ctr"/>
        <c:lblOffset val="100"/>
        <c:noMultiLvlLbl val="0"/>
      </c:catAx>
      <c:valAx>
        <c:axId val="166864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642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 Compression Ratio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German</c:v>
                </c:pt>
                <c:pt idx="1">
                  <c:v>Native American</c:v>
                </c:pt>
                <c:pt idx="2">
                  <c:v>Persian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0.87660774204715397</c:v>
                </c:pt>
                <c:pt idx="1">
                  <c:v>0.61562881503112699</c:v>
                </c:pt>
                <c:pt idx="2">
                  <c:v>0.70078112357478095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1E-44AC-BB28-3791A21276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compression ratio edges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German</c:v>
                </c:pt>
                <c:pt idx="1">
                  <c:v>Native American</c:v>
                </c:pt>
                <c:pt idx="2">
                  <c:v>Persian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0.87606096050955495</c:v>
                </c:pt>
                <c:pt idx="1">
                  <c:v>0.60924244613671596</c:v>
                </c:pt>
                <c:pt idx="2">
                  <c:v>0.70017979190889601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11E-44AC-BB28-3791A21276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longest_path_ratio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German</c:v>
                </c:pt>
                <c:pt idx="1">
                  <c:v>Native American</c:v>
                </c:pt>
                <c:pt idx="2">
                  <c:v>Persian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0.87606096050955495</c:v>
                </c:pt>
                <c:pt idx="1">
                  <c:v>0.60924244613671596</c:v>
                </c:pt>
                <c:pt idx="2">
                  <c:v>0.70017979190889601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11E-44AC-BB28-3791A2127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70364719"/>
        <c:axId val="1670366639"/>
      </c:barChart>
      <c:catAx>
        <c:axId val="1670364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0366639"/>
        <c:crosses val="autoZero"/>
        <c:auto val="1"/>
        <c:lblAlgn val="ctr"/>
        <c:lblOffset val="100"/>
        <c:noMultiLvlLbl val="0"/>
      </c:catAx>
      <c:valAx>
        <c:axId val="1670366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036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density_diff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German</c:v>
                </c:pt>
                <c:pt idx="1">
                  <c:v>Native American</c:v>
                </c:pt>
                <c:pt idx="2">
                  <c:v>Persian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2.0864120000000002E-3</c:v>
                </c:pt>
                <c:pt idx="1">
                  <c:v>1.1344851E-2</c:v>
                </c:pt>
                <c:pt idx="2">
                  <c:v>4.5222730000000003E-3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6B-4AF0-8075-02E2873E38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avg_degree_diff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German</c:v>
                </c:pt>
                <c:pt idx="1">
                  <c:v>Native American</c:v>
                </c:pt>
                <c:pt idx="2">
                  <c:v>Persian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-4.1728240000000003E-3</c:v>
                </c:pt>
                <c:pt idx="1">
                  <c:v>-2.2689701999999999E-2</c:v>
                </c:pt>
                <c:pt idx="2">
                  <c:v>-9.0445449999999993E-3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6B-4AF0-8075-02E2873E38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8642495"/>
        <c:axId val="1668642975"/>
      </c:barChart>
      <c:catAx>
        <c:axId val="1668642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642975"/>
        <c:crosses val="autoZero"/>
        <c:auto val="1"/>
        <c:lblAlgn val="ctr"/>
        <c:lblOffset val="100"/>
        <c:noMultiLvlLbl val="0"/>
      </c:catAx>
      <c:valAx>
        <c:axId val="1668642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642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E6BC-4EBA-924F-B50092E076F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6BC-4EBA-924F-B50092E076FF}"/>
              </c:ext>
            </c:extLst>
          </c:dPt>
          <c:cat>
            <c:strRef>
              <c:f>Sheet1!$A$2:$A$4</c:f>
              <c:strCache>
                <c:ptCount val="3"/>
                <c:pt idx="0">
                  <c:v>German</c:v>
                </c:pt>
                <c:pt idx="1">
                  <c:v>Native American</c:v>
                </c:pt>
                <c:pt idx="2">
                  <c:v>Persian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</c:v>
                </c:pt>
                <c:pt idx="1">
                  <c:v>0.81</c:v>
                </c:pt>
                <c:pt idx="2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BC-4EBA-924F-B50092E076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21995599"/>
        <c:axId val="1521997519"/>
      </c:barChart>
      <c:catAx>
        <c:axId val="1521995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1997519"/>
        <c:crosses val="autoZero"/>
        <c:auto val="1"/>
        <c:lblAlgn val="ctr"/>
        <c:lblOffset val="100"/>
        <c:noMultiLvlLbl val="0"/>
      </c:catAx>
      <c:valAx>
        <c:axId val="1521997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1995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Sheet1!$A$2:$A$61</cx:f>
        <cx:lvl ptCount="60">
          <cx:pt idx="0">German_Same</cx:pt>
          <cx:pt idx="1">German_Same</cx:pt>
          <cx:pt idx="2">German_Same</cx:pt>
          <cx:pt idx="3">German_Same</cx:pt>
          <cx:pt idx="4">German_Same</cx:pt>
          <cx:pt idx="5">German_Same</cx:pt>
          <cx:pt idx="6">German_Same</cx:pt>
          <cx:pt idx="7">German_Same</cx:pt>
          <cx:pt idx="8">German_Same</cx:pt>
          <cx:pt idx="9">German_Same</cx:pt>
          <cx:pt idx="10">Native American_Same</cx:pt>
          <cx:pt idx="11">Native American_Same</cx:pt>
          <cx:pt idx="12">Native American_Same</cx:pt>
          <cx:pt idx="13">Native American_Same</cx:pt>
          <cx:pt idx="14">Native American_Same</cx:pt>
          <cx:pt idx="15">Native American_Same</cx:pt>
          <cx:pt idx="16">Native American_Same</cx:pt>
          <cx:pt idx="17">Native American_Same</cx:pt>
          <cx:pt idx="18">Native American_Same</cx:pt>
          <cx:pt idx="19">Native American_Same</cx:pt>
          <cx:pt idx="20">Persian_Same</cx:pt>
          <cx:pt idx="21">Persian_Same</cx:pt>
          <cx:pt idx="22">Persian_Same</cx:pt>
          <cx:pt idx="23">Persian_Same</cx:pt>
          <cx:pt idx="24">Persian_Same</cx:pt>
          <cx:pt idx="25">Persian_Same</cx:pt>
          <cx:pt idx="26">Persian_Same</cx:pt>
          <cx:pt idx="27">Persian_Same</cx:pt>
          <cx:pt idx="28">Persian_Same</cx:pt>
          <cx:pt idx="29">Persian_Same</cx:pt>
          <cx:pt idx="30">German_Cross</cx:pt>
          <cx:pt idx="31">German_Cross</cx:pt>
          <cx:pt idx="32">German_Cross</cx:pt>
          <cx:pt idx="33">German_Cross</cx:pt>
          <cx:pt idx="34">German_Cross</cx:pt>
          <cx:pt idx="35">German_Cross</cx:pt>
          <cx:pt idx="36">German_Cross</cx:pt>
          <cx:pt idx="37">German_Cross</cx:pt>
          <cx:pt idx="38">German_Cross</cx:pt>
          <cx:pt idx="39">German_Cross</cx:pt>
          <cx:pt idx="40">Native American_Cross</cx:pt>
          <cx:pt idx="41">Native American_Cross</cx:pt>
          <cx:pt idx="42">Native American_Cross</cx:pt>
          <cx:pt idx="43">Native American_Cross</cx:pt>
          <cx:pt idx="44">Native American_Cross</cx:pt>
          <cx:pt idx="45">Native American_Cross</cx:pt>
          <cx:pt idx="46">Native American_Cross</cx:pt>
          <cx:pt idx="47">Native American_Cross</cx:pt>
          <cx:pt idx="48">Native American_Cross</cx:pt>
          <cx:pt idx="49">Native American_Cross</cx:pt>
          <cx:pt idx="50">Persian_Cross</cx:pt>
          <cx:pt idx="51">Persian_Cross</cx:pt>
          <cx:pt idx="52">Persian_Cross</cx:pt>
          <cx:pt idx="53">Persian_Cross</cx:pt>
          <cx:pt idx="54">Persian_Cross</cx:pt>
          <cx:pt idx="55">Persian_Cross</cx:pt>
          <cx:pt idx="56">Persian_Cross</cx:pt>
          <cx:pt idx="57">Persian_Cross</cx:pt>
          <cx:pt idx="58">Persian_Cross</cx:pt>
          <cx:pt idx="59">Persian_Cross</cx:pt>
        </cx:lvl>
      </cx:strDim>
      <cx:numDim type="val">
        <cx:f>Sheet1!$B$2:$B$61</cx:f>
        <cx:lvl ptCount="60" formatCode="General">
          <cx:pt idx="0">0.81493930000000003</cx:pt>
          <cx:pt idx="1">0.76743037000000003</cx:pt>
          <cx:pt idx="2">0.73534880000000002</cx:pt>
          <cx:pt idx="3">0.83477765000000004</cx:pt>
          <cx:pt idx="4">0.72713139999999998</cx:pt>
          <cx:pt idx="5">0.71694290000000005</cx:pt>
          <cx:pt idx="6">0.83352022999999997</cx:pt>
          <cx:pt idx="7">0.77438969999999996</cx:pt>
          <cx:pt idx="8">0.69672719999999999</cx:pt>
          <cx:pt idx="9">0.79986084000000002</cx:pt>
          <cx:pt idx="10">0.74963579999999996</cx:pt>
          <cx:pt idx="11">0.74964799999999998</cx:pt>
          <cx:pt idx="12">0.77609030000000001</cx:pt>
          <cx:pt idx="13">0.78588639999999998</cx:pt>
          <cx:pt idx="14">0.70337939999999999</cx:pt>
          <cx:pt idx="15">0.71021025999999998</cx:pt>
          <cx:pt idx="16">0.72610617</cx:pt>
          <cx:pt idx="17">0.75221729999999998</cx:pt>
          <cx:pt idx="18">0.73378900000000002</cx:pt>
          <cx:pt idx="19">0.71887670000000004</cx:pt>
          <cx:pt idx="20">0.75467130000000004</cx:pt>
          <cx:pt idx="21">0.69077116000000005</cx:pt>
          <cx:pt idx="22">0.69990669999999999</cx:pt>
          <cx:pt idx="23">0.67726750000000002</cx:pt>
          <cx:pt idx="24">0.78404176000000003</cx:pt>
          <cx:pt idx="25">0.79986000000000002</cx:pt>
          <cx:pt idx="26">0.85022989999999998</cx:pt>
          <cx:pt idx="27">0.66770059999999998</cx:pt>
          <cx:pt idx="28">0.71061510000000006</cx:pt>
          <cx:pt idx="29">0.64190524999999998</cx:pt>
          <cx:pt idx="30">0.71163600000000005</cx:pt>
          <cx:pt idx="31">0.58247899999999997</cx:pt>
          <cx:pt idx="32">0.60966900000000002</cx:pt>
          <cx:pt idx="33">0.72914400000000001</cx:pt>
          <cx:pt idx="34">0.66383899999999996</cx:pt>
          <cx:pt idx="35">0.59656299999999995</cx:pt>
          <cx:pt idx="36">0.78043099999999999</cx:pt>
          <cx:pt idx="37">0.61587700000000001</cx:pt>
          <cx:pt idx="38">0.67035900000000004</cx:pt>
          <cx:pt idx="39">0.70729200000000003</cx:pt>
          <cx:pt idx="40">0.49295899999999998</cx:pt>
          <cx:pt idx="41">0.63936300000000001</cx:pt>
          <cx:pt idx="42">0.641513</cx:pt>
          <cx:pt idx="43">0.68348299999999995</cx:pt>
          <cx:pt idx="44">0.62964399999999998</cx:pt>
          <cx:pt idx="45">0.62075000000000002</cx:pt>
          <cx:pt idx="46">0.67413000000000001</cx:pt>
          <cx:pt idx="47">0.60829900000000003</cx:pt>
          <cx:pt idx="48">0.67066599999999998</cx:pt>
          <cx:pt idx="49">0.65122400000000003</cx:pt>
          <cx:pt idx="50">0.56203099999999995</cx:pt>
          <cx:pt idx="51">0.62311899999999998</cx:pt>
          <cx:pt idx="52">0.61235899999999999</cx:pt>
          <cx:pt idx="53">0.51559900000000003</cx:pt>
          <cx:pt idx="54">0.54886400000000002</cx:pt>
          <cx:pt idx="55">0.63768899999999995</cx:pt>
          <cx:pt idx="56">0.76821200000000001</cx:pt>
          <cx:pt idx="57">0.555558</cx:pt>
          <cx:pt idx="58">0.59626000000000001</cx:pt>
          <cx:pt idx="59">0.59370599999999996</cx:pt>
        </cx:lvl>
      </cx:numDim>
    </cx:data>
  </cx:chartData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1862" b="0" i="0" u="none" strike="noStrike" baseline="0" dirty="0">
            <a:solidFill>
              <a:srgbClr val="000000">
                <a:lumMod val="65000"/>
                <a:lumOff val="35000"/>
              </a:srgbClr>
            </a:solidFill>
            <a:latin typeface="Arial"/>
          </a:endParaRPr>
        </a:p>
      </cx:txPr>
    </cx:title>
    <cx:plotArea>
      <cx:plotAreaRegion>
        <cx:plotSurface>
          <cx:spPr>
            <a:noFill/>
          </cx:spPr>
        </cx:plotSurface>
        <cx:series layoutId="boxWhisker" uniqueId="{58AB8684-90EC-4D1D-B6BE-DBDC76ED2CC8}" formatIdx="0">
          <cx:tx>
            <cx:txData>
              <cx:f>Sheet1!$B$1</cx:f>
              <cx:v>Semantic Similarity</cx:v>
            </cx:txData>
          </cx:tx>
          <cx:spPr>
            <a:solidFill>
              <a:schemeClr val="accent1">
                <a:lumMod val="75000"/>
              </a:schemeClr>
            </a:solidFill>
          </cx:spPr>
          <cx:dataId val="0"/>
          <cx:layoutPr>
            <cx:visibility meanLine="0" meanMarker="1" nonoutliers="0" outliers="1"/>
            <cx:statistics quartileMethod="in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781E2-CAF7-499D-9684-4E12375D14F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8E4AC-C7CB-4831-9A29-24035C49C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7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>
          <a:extLst>
            <a:ext uri="{FF2B5EF4-FFF2-40B4-BE49-F238E27FC236}">
              <a16:creationId xmlns:a16="http://schemas.microsoft.com/office/drawing/2014/main" id="{077E9E4A-BACB-4C18-85AA-B24444C9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71f3af6af8_4_20:notes">
            <a:extLst>
              <a:ext uri="{FF2B5EF4-FFF2-40B4-BE49-F238E27FC236}">
                <a16:creationId xmlns:a16="http://schemas.microsoft.com/office/drawing/2014/main" id="{C8535CC3-92A5-834D-4D79-853E5FE16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71f3af6af8_4_20:notes">
            <a:extLst>
              <a:ext uri="{FF2B5EF4-FFF2-40B4-BE49-F238E27FC236}">
                <a16:creationId xmlns:a16="http://schemas.microsoft.com/office/drawing/2014/main" id="{C02FBB44-3B9E-8779-63CB-F4EBC9F73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2068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89CDEFB-26E4-445A-4C64-DC06D2511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e95a381e3_0_363:notes">
            <a:extLst>
              <a:ext uri="{FF2B5EF4-FFF2-40B4-BE49-F238E27FC236}">
                <a16:creationId xmlns:a16="http://schemas.microsoft.com/office/drawing/2014/main" id="{4E6BC896-5D35-4343-1B56-C4AAE0CF68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e95a381e3_0_363:notes">
            <a:extLst>
              <a:ext uri="{FF2B5EF4-FFF2-40B4-BE49-F238E27FC236}">
                <a16:creationId xmlns:a16="http://schemas.microsoft.com/office/drawing/2014/main" id="{022CC35C-B939-1A50-95C1-DA5B1FF8F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3553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E4AC-C7CB-4831-9A29-24035C49CA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73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BDA2003-ABA7-12FA-7259-3CBD30C79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e95a381e3_0_363:notes">
            <a:extLst>
              <a:ext uri="{FF2B5EF4-FFF2-40B4-BE49-F238E27FC236}">
                <a16:creationId xmlns:a16="http://schemas.microsoft.com/office/drawing/2014/main" id="{BACFA296-D552-7548-04D6-B494EF02D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e95a381e3_0_363:notes">
            <a:extLst>
              <a:ext uri="{FF2B5EF4-FFF2-40B4-BE49-F238E27FC236}">
                <a16:creationId xmlns:a16="http://schemas.microsoft.com/office/drawing/2014/main" id="{A311A1DD-82E4-0696-0C68-FC81B956C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2914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08252B7-B3DD-71A7-3149-30D5E708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e95a381e3_0_363:notes">
            <a:extLst>
              <a:ext uri="{FF2B5EF4-FFF2-40B4-BE49-F238E27FC236}">
                <a16:creationId xmlns:a16="http://schemas.microsoft.com/office/drawing/2014/main" id="{0AB07062-623B-2B09-C8D5-FDC5FF428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e95a381e3_0_363:notes">
            <a:extLst>
              <a:ext uri="{FF2B5EF4-FFF2-40B4-BE49-F238E27FC236}">
                <a16:creationId xmlns:a16="http://schemas.microsoft.com/office/drawing/2014/main" id="{9D80C605-B9EE-4E3E-EC73-C41F1F0844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319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E4AC-C7CB-4831-9A29-24035C49CAC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3111F-F325-002B-6391-56904DF7F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6191E-61C5-1D1D-2C2F-F96F5ED57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E892-E316-B326-8F17-F1D214AA1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E9207-172D-BFE9-6746-5A44ED3AF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E4AC-C7CB-4831-9A29-24035C49CA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18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35BA9B7-43C5-37FC-58A6-613454AE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e95a381e3_0_363:notes">
            <a:extLst>
              <a:ext uri="{FF2B5EF4-FFF2-40B4-BE49-F238E27FC236}">
                <a16:creationId xmlns:a16="http://schemas.microsoft.com/office/drawing/2014/main" id="{68C25A1C-CCBA-67D1-2BB8-0D073A0D9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e95a381e3_0_363:notes">
            <a:extLst>
              <a:ext uri="{FF2B5EF4-FFF2-40B4-BE49-F238E27FC236}">
                <a16:creationId xmlns:a16="http://schemas.microsoft.com/office/drawing/2014/main" id="{5C1808FA-F3BC-C47E-E920-F39644546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156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43393A0-4D47-4ADD-7B1E-98FAF849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e95a381e3_0_363:notes">
            <a:extLst>
              <a:ext uri="{FF2B5EF4-FFF2-40B4-BE49-F238E27FC236}">
                <a16:creationId xmlns:a16="http://schemas.microsoft.com/office/drawing/2014/main" id="{85BA96A3-ACB5-2167-33A7-D6903C850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e95a381e3_0_363:notes">
            <a:extLst>
              <a:ext uri="{FF2B5EF4-FFF2-40B4-BE49-F238E27FC236}">
                <a16:creationId xmlns:a16="http://schemas.microsoft.com/office/drawing/2014/main" id="{EE9F578D-05BE-8CD1-E44B-EF7A762F0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208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8E4AC-C7CB-4831-9A29-24035C49CAC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38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960000" y="2906167"/>
            <a:ext cx="102720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3995400" y="1783767"/>
            <a:ext cx="42012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189233" y="4176233"/>
            <a:ext cx="58136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278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200" cy="7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609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575233" y="3070833"/>
            <a:ext cx="3876800" cy="9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6448400" y="3070833"/>
            <a:ext cx="3876800" cy="9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575233" y="3889533"/>
            <a:ext cx="38768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6448400" y="3889533"/>
            <a:ext cx="38768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200" cy="7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925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4429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200" cy="7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114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850800" y="1742800"/>
            <a:ext cx="84904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887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960000" y="489897"/>
            <a:ext cx="10272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988733" y="1798333"/>
            <a:ext cx="6214800" cy="224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264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960000" y="30472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2072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2077967"/>
            <a:ext cx="8768000" cy="20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712000" y="4092833"/>
            <a:ext cx="87680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4845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823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67"/>
            </a:lvl1pPr>
            <a:lvl2pPr marL="0" lvl="1" indent="0" algn="r">
              <a:spcBef>
                <a:spcPts val="0"/>
              </a:spcBef>
              <a:buNone/>
              <a:defRPr sz="1467"/>
            </a:lvl2pPr>
            <a:lvl3pPr marL="0" lvl="2" indent="0" algn="r">
              <a:spcBef>
                <a:spcPts val="0"/>
              </a:spcBef>
              <a:buNone/>
              <a:defRPr sz="1467"/>
            </a:lvl3pPr>
            <a:lvl4pPr marL="0" lvl="3" indent="0" algn="r">
              <a:spcBef>
                <a:spcPts val="0"/>
              </a:spcBef>
              <a:buNone/>
              <a:defRPr sz="1467"/>
            </a:lvl4pPr>
            <a:lvl5pPr marL="0" lvl="4" indent="0" algn="r">
              <a:spcBef>
                <a:spcPts val="0"/>
              </a:spcBef>
              <a:buNone/>
              <a:defRPr sz="1467"/>
            </a:lvl5pPr>
            <a:lvl6pPr marL="0" lvl="5" indent="0" algn="r">
              <a:spcBef>
                <a:spcPts val="0"/>
              </a:spcBef>
              <a:buNone/>
              <a:defRPr sz="1467"/>
            </a:lvl6pPr>
            <a:lvl7pPr marL="0" lvl="6" indent="0" algn="r">
              <a:spcBef>
                <a:spcPts val="0"/>
              </a:spcBef>
              <a:buNone/>
              <a:defRPr sz="1467"/>
            </a:lvl7pPr>
            <a:lvl8pPr marL="0" lvl="7" indent="0" algn="r">
              <a:spcBef>
                <a:spcPts val="0"/>
              </a:spcBef>
              <a:buNone/>
              <a:defRPr sz="1467"/>
            </a:lvl8pPr>
            <a:lvl9pPr marL="0" lvl="8" indent="0" algn="r">
              <a:spcBef>
                <a:spcPts val="0"/>
              </a:spcBef>
              <a:buNone/>
              <a:defRPr sz="1467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2979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07700" y="2103989"/>
            <a:ext cx="5983200" cy="20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07700" y="4181211"/>
            <a:ext cx="5983200" cy="5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153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960000" y="2906167"/>
            <a:ext cx="102720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3995400" y="1783767"/>
            <a:ext cx="42012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189233" y="4176233"/>
            <a:ext cx="58136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364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200" cy="7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2852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575233" y="3070833"/>
            <a:ext cx="3876800" cy="9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6448400" y="3070833"/>
            <a:ext cx="3876800" cy="9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575233" y="3889533"/>
            <a:ext cx="38768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6448400" y="3889533"/>
            <a:ext cx="38768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200" cy="7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3298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200" cy="7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7308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4429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200" cy="7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8952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850800" y="1742800"/>
            <a:ext cx="84904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74617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960000" y="489897"/>
            <a:ext cx="10272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988733" y="1798333"/>
            <a:ext cx="6214800" cy="224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9252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960000" y="30472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757904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2077967"/>
            <a:ext cx="8768000" cy="20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712000" y="4092833"/>
            <a:ext cx="87680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82682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932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 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 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67"/>
            </a:lvl1pPr>
            <a:lvl2pPr marL="0" lvl="1" indent="0" algn="r">
              <a:spcBef>
                <a:spcPts val="0"/>
              </a:spcBef>
              <a:buNone/>
              <a:defRPr sz="1467"/>
            </a:lvl2pPr>
            <a:lvl3pPr marL="0" lvl="2" indent="0" algn="r">
              <a:spcBef>
                <a:spcPts val="0"/>
              </a:spcBef>
              <a:buNone/>
              <a:defRPr sz="1467"/>
            </a:lvl3pPr>
            <a:lvl4pPr marL="0" lvl="3" indent="0" algn="r">
              <a:spcBef>
                <a:spcPts val="0"/>
              </a:spcBef>
              <a:buNone/>
              <a:defRPr sz="1467"/>
            </a:lvl4pPr>
            <a:lvl5pPr marL="0" lvl="4" indent="0" algn="r">
              <a:spcBef>
                <a:spcPts val="0"/>
              </a:spcBef>
              <a:buNone/>
              <a:defRPr sz="1467"/>
            </a:lvl5pPr>
            <a:lvl6pPr marL="0" lvl="5" indent="0" algn="r">
              <a:spcBef>
                <a:spcPts val="0"/>
              </a:spcBef>
              <a:buNone/>
              <a:defRPr sz="1467"/>
            </a:lvl6pPr>
            <a:lvl7pPr marL="0" lvl="6" indent="0" algn="r">
              <a:spcBef>
                <a:spcPts val="0"/>
              </a:spcBef>
              <a:buNone/>
              <a:defRPr sz="1467"/>
            </a:lvl7pPr>
            <a:lvl8pPr marL="0" lvl="7" indent="0" algn="r">
              <a:spcBef>
                <a:spcPts val="0"/>
              </a:spcBef>
              <a:buNone/>
              <a:defRPr sz="1467"/>
            </a:lvl8pPr>
            <a:lvl9pPr marL="0" lvl="8" indent="0" algn="r">
              <a:spcBef>
                <a:spcPts val="0"/>
              </a:spcBef>
              <a:buNone/>
              <a:defRPr sz="1467"/>
            </a:lvl9pPr>
          </a:lstStyle>
          <a:p>
            <a:fld id="{3CA7A0CB-BAB0-40BF-A83A-16D9262F2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539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9AB8-FF91-2CBD-9FCC-6A9376A2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B4AFA-AE34-BA11-7E93-FAFC74BC0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4CFB0-0D4F-B2E8-E0DA-B60A8E58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14CC8-463D-A94D-E3FB-8007B48C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AC9C6-481A-ECBD-3CCC-9E0DFBB6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A0CB-BAB0-40BF-A83A-16D9262F2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48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427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/>
          <p:nvPr/>
        </p:nvSpPr>
        <p:spPr>
          <a:xfrm>
            <a:off x="-100" y="-13700"/>
            <a:ext cx="12192000" cy="157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" name="Google Shape;52;p1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933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7434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2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3467" y="1462133"/>
            <a:ext cx="10284800" cy="46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123769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3400" y="548633"/>
            <a:ext cx="109852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3467" y="1462133"/>
            <a:ext cx="10284800" cy="46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47778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13399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FC1B1-40E7-F1D5-CF0D-108DE11AB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590" y="924877"/>
            <a:ext cx="9144000" cy="67532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i="0" dirty="0">
                <a:effectLst/>
              </a:rPr>
              <a:t>Stories We Tell (and the Machines Retell)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1A65F-50FD-06BC-7E4F-886D17123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590" y="1848207"/>
            <a:ext cx="6579870" cy="524192"/>
          </a:xfrm>
        </p:spPr>
        <p:txBody>
          <a:bodyPr/>
          <a:lstStyle/>
          <a:p>
            <a:r>
              <a:rPr lang="en-US" b="1" i="0" dirty="0">
                <a:effectLst/>
              </a:rPr>
              <a:t>Cross-Cultural Narrative Analysis using LLMs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A115C-E628-BD30-6BBE-867C7382CF82}"/>
              </a:ext>
            </a:extLst>
          </p:cNvPr>
          <p:cNvSpPr txBox="1"/>
          <p:nvPr/>
        </p:nvSpPr>
        <p:spPr>
          <a:xfrm>
            <a:off x="529590" y="5009793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0" i="0">
                <a:solidFill>
                  <a:srgbClr val="000000"/>
                </a:solidFill>
                <a:effectLst/>
              </a:rPr>
              <a:t>NLP Course Final Project - University of Milan</a:t>
            </a:r>
            <a:endParaRPr lang="en-US">
              <a:effectLst/>
            </a:endParaRPr>
          </a:p>
          <a:p>
            <a:pPr algn="l" rtl="0">
              <a:buNone/>
            </a:pPr>
            <a:r>
              <a:rPr lang="en-US" b="0" i="0">
                <a:solidFill>
                  <a:srgbClr val="000000"/>
                </a:solidFill>
                <a:effectLst/>
              </a:rPr>
              <a:t>Student: Shakiba Fotouhi</a:t>
            </a:r>
            <a:endParaRPr lang="en-US">
              <a:effectLst/>
            </a:endParaRPr>
          </a:p>
          <a:p>
            <a:pPr algn="l" rtl="0">
              <a:buNone/>
            </a:pPr>
            <a:r>
              <a:rPr lang="en-US" b="0" i="0">
                <a:solidFill>
                  <a:srgbClr val="000000"/>
                </a:solidFill>
                <a:effectLst/>
              </a:rPr>
              <a:t>Prof. Alfio Ferrara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5528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B059C90-F90B-C928-9956-5930AD53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Introduction</a:t>
            </a:r>
          </a:p>
        </p:txBody>
      </p:sp>
      <p:sp>
        <p:nvSpPr>
          <p:cNvPr id="27" name="Google Shape;388;p24">
            <a:extLst>
              <a:ext uri="{FF2B5EF4-FFF2-40B4-BE49-F238E27FC236}">
                <a16:creationId xmlns:a16="http://schemas.microsoft.com/office/drawing/2014/main" id="{1AC61B40-627A-AE84-8D9C-326495697422}"/>
              </a:ext>
            </a:extLst>
          </p:cNvPr>
          <p:cNvSpPr/>
          <p:nvPr/>
        </p:nvSpPr>
        <p:spPr>
          <a:xfrm>
            <a:off x="603400" y="1903725"/>
            <a:ext cx="5379200" cy="4099515"/>
          </a:xfrm>
          <a:prstGeom prst="roundRect">
            <a:avLst>
              <a:gd name="adj" fmla="val 54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8" name="Google Shape;391;p24">
            <a:extLst>
              <a:ext uri="{FF2B5EF4-FFF2-40B4-BE49-F238E27FC236}">
                <a16:creationId xmlns:a16="http://schemas.microsoft.com/office/drawing/2014/main" id="{BD2FFC19-017A-7AC3-32E7-FB82F02547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3043116"/>
              </p:ext>
            </p:extLst>
          </p:nvPr>
        </p:nvGraphicFramePr>
        <p:xfrm>
          <a:off x="717700" y="2022189"/>
          <a:ext cx="5150600" cy="398105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5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578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dirty="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Narratives</a:t>
                      </a:r>
                      <a:endParaRPr sz="2100" dirty="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268"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ontserrat Medium"/>
                        <a:buChar char="●"/>
                      </a:pPr>
                      <a:r>
                        <a:rPr lang="en-US" sz="1600" b="0" dirty="0"/>
                        <a:t>A narrative is the telling of some actual or fictitious </a:t>
                      </a:r>
                      <a:r>
                        <a:rPr lang="en-US" sz="1600" b="1" dirty="0"/>
                        <a:t>sequence of connected events </a:t>
                      </a:r>
                      <a:r>
                        <a:rPr lang="en-US" sz="1600" b="0" dirty="0"/>
                        <a:t>to an audience, by a narrator in some cases (and in all cases of written narratives).</a:t>
                      </a:r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ontserrat Medium"/>
                        <a:buChar char="●"/>
                      </a:pPr>
                      <a:endParaRPr lang="en-US" sz="1600" dirty="0">
                        <a:solidFill>
                          <a:schemeClr val="dk1"/>
                        </a:solidFill>
                        <a:latin typeface="Montserrat Medium"/>
                        <a:sym typeface="Montserrat Medium"/>
                      </a:endParaRPr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ontserrat Medium"/>
                        <a:buChar char="●"/>
                      </a:pPr>
                      <a:r>
                        <a:rPr lang="en-US" sz="1600" b="0" dirty="0"/>
                        <a:t>Written forms: personal essays, </a:t>
                      </a:r>
                      <a:r>
                        <a:rPr lang="en-US" sz="1600" b="1" dirty="0"/>
                        <a:t>fairy tales</a:t>
                      </a:r>
                      <a:r>
                        <a:rPr lang="en-US" sz="1600" b="0" dirty="0"/>
                        <a:t>, </a:t>
                      </a:r>
                      <a:r>
                        <a:rPr lang="en-US" sz="1600" b="1" dirty="0"/>
                        <a:t>short stories</a:t>
                      </a:r>
                      <a:r>
                        <a:rPr lang="en-US" sz="1600" b="0" dirty="0"/>
                        <a:t>, novels, plays, screenplays, autobiographies, and histories—even news stories have a narrative. Narratives may be a sequence of events in chronological order or an imagined tale with flashbacks or multiple timelines.</a:t>
                      </a:r>
                      <a:endParaRPr sz="1600" b="0" dirty="0">
                        <a:solidFill>
                          <a:schemeClr val="dk1"/>
                        </a:solidFill>
                        <a:latin typeface="Montserrat Medium"/>
                        <a:sym typeface="Montserrat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Google Shape;392;p24">
            <a:extLst>
              <a:ext uri="{FF2B5EF4-FFF2-40B4-BE49-F238E27FC236}">
                <a16:creationId xmlns:a16="http://schemas.microsoft.com/office/drawing/2014/main" id="{CB20444B-CD65-069E-77A7-6D03775A47D5}"/>
              </a:ext>
            </a:extLst>
          </p:cNvPr>
          <p:cNvSpPr/>
          <p:nvPr/>
        </p:nvSpPr>
        <p:spPr>
          <a:xfrm>
            <a:off x="6209400" y="1903725"/>
            <a:ext cx="5379200" cy="4099514"/>
          </a:xfrm>
          <a:prstGeom prst="roundRect">
            <a:avLst>
              <a:gd name="adj" fmla="val 54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0" name="Google Shape;393;p24">
            <a:extLst>
              <a:ext uri="{FF2B5EF4-FFF2-40B4-BE49-F238E27FC236}">
                <a16:creationId xmlns:a16="http://schemas.microsoft.com/office/drawing/2014/main" id="{9E615E8F-F8E9-631F-C5A6-5DEB7E9F34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0575561"/>
              </p:ext>
            </p:extLst>
          </p:nvPr>
        </p:nvGraphicFramePr>
        <p:xfrm>
          <a:off x="6323700" y="2259539"/>
          <a:ext cx="5150600" cy="37437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7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646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dirty="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Narrative Analysis</a:t>
                      </a:r>
                      <a:endParaRPr sz="2100" dirty="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56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Structural Analysis</a:t>
                      </a:r>
                      <a:endParaRPr sz="18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Semantic Analysis</a:t>
                      </a:r>
                      <a:endParaRPr sz="18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5493"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ontserrat Medium"/>
                        <a:buChar char="●"/>
                      </a:pPr>
                      <a:r>
                        <a:rPr lang="en-US" sz="1600" dirty="0"/>
                        <a:t>what is the story made of, and how is it organized?</a:t>
                      </a:r>
                      <a:endParaRPr sz="16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ontserrat Medium"/>
                        <a:buChar char="●"/>
                      </a:pPr>
                      <a:r>
                        <a:rPr lang="en-US" sz="1600" dirty="0"/>
                        <a:t>what does the story mean, and how does it produce meaning?</a:t>
                      </a:r>
                      <a:endParaRPr sz="16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" name="Google Shape;394;p24">
            <a:extLst>
              <a:ext uri="{FF2B5EF4-FFF2-40B4-BE49-F238E27FC236}">
                <a16:creationId xmlns:a16="http://schemas.microsoft.com/office/drawing/2014/main" id="{3712D6E0-C8B1-0ADF-35B9-D973A89FE0F7}"/>
              </a:ext>
            </a:extLst>
          </p:cNvPr>
          <p:cNvSpPr/>
          <p:nvPr/>
        </p:nvSpPr>
        <p:spPr>
          <a:xfrm>
            <a:off x="3071000" y="1800189"/>
            <a:ext cx="222000" cy="22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" name="Google Shape;395;p24">
            <a:extLst>
              <a:ext uri="{FF2B5EF4-FFF2-40B4-BE49-F238E27FC236}">
                <a16:creationId xmlns:a16="http://schemas.microsoft.com/office/drawing/2014/main" id="{52661F80-A890-8B59-C5A8-B1E11BD9B14F}"/>
              </a:ext>
            </a:extLst>
          </p:cNvPr>
          <p:cNvSpPr/>
          <p:nvPr/>
        </p:nvSpPr>
        <p:spPr>
          <a:xfrm>
            <a:off x="8788000" y="1792725"/>
            <a:ext cx="222000" cy="22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995107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18;p18">
            <a:extLst>
              <a:ext uri="{FF2B5EF4-FFF2-40B4-BE49-F238E27FC236}">
                <a16:creationId xmlns:a16="http://schemas.microsoft.com/office/drawing/2014/main" id="{DCA5D27F-DBEA-A2B4-FA53-A82C842BA49A}"/>
              </a:ext>
            </a:extLst>
          </p:cNvPr>
          <p:cNvSpPr txBox="1"/>
          <p:nvPr/>
        </p:nvSpPr>
        <p:spPr>
          <a:xfrm>
            <a:off x="838200" y="732622"/>
            <a:ext cx="775716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defTabSz="1219170">
              <a:buClr>
                <a:srgbClr val="000000"/>
              </a:buClr>
              <a:buSzPts val="1800"/>
            </a:pPr>
            <a:r>
              <a:rPr lang="en-US" sz="2400" b="1" dirty="0">
                <a:latin typeface="Montserrat" panose="00000500000000000000" pitchFamily="2" charset="0"/>
              </a:rPr>
              <a:t>Define the project questions and methodology</a:t>
            </a:r>
            <a:endParaRPr sz="2133" b="1" kern="0" dirty="0">
              <a:solidFill>
                <a:srgbClr val="000000"/>
              </a:solidFill>
              <a:latin typeface="Montserrat" panose="00000500000000000000" pitchFamily="2" charset="0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" name="Google Shape;436;p26">
            <a:extLst>
              <a:ext uri="{FF2B5EF4-FFF2-40B4-BE49-F238E27FC236}">
                <a16:creationId xmlns:a16="http://schemas.microsoft.com/office/drawing/2014/main" id="{7732F2E1-3FB0-6D34-DD69-AB6CDE192531}"/>
              </a:ext>
            </a:extLst>
          </p:cNvPr>
          <p:cNvSpPr/>
          <p:nvPr/>
        </p:nvSpPr>
        <p:spPr>
          <a:xfrm>
            <a:off x="1920755" y="3578665"/>
            <a:ext cx="8176400" cy="748800"/>
          </a:xfrm>
          <a:prstGeom prst="roundRect">
            <a:avLst>
              <a:gd name="adj" fmla="val 3064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441;p26">
            <a:extLst>
              <a:ext uri="{FF2B5EF4-FFF2-40B4-BE49-F238E27FC236}">
                <a16:creationId xmlns:a16="http://schemas.microsoft.com/office/drawing/2014/main" id="{83250D72-FC78-1ADF-84D8-588D1C151ACE}"/>
              </a:ext>
            </a:extLst>
          </p:cNvPr>
          <p:cNvSpPr txBox="1"/>
          <p:nvPr/>
        </p:nvSpPr>
        <p:spPr>
          <a:xfrm>
            <a:off x="2347453" y="1461985"/>
            <a:ext cx="7518441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r>
              <a:rPr lang="en-US" dirty="0"/>
              <a:t>Can narrative structures be identified and compared across cultures by modeling stories as sequences of events? </a:t>
            </a:r>
          </a:p>
        </p:txBody>
      </p:sp>
      <p:sp>
        <p:nvSpPr>
          <p:cNvPr id="12" name="Google Shape;444;p26">
            <a:extLst>
              <a:ext uri="{FF2B5EF4-FFF2-40B4-BE49-F238E27FC236}">
                <a16:creationId xmlns:a16="http://schemas.microsoft.com/office/drawing/2014/main" id="{02A3E3F7-F22D-70C3-3A6E-08769F985336}"/>
              </a:ext>
            </a:extLst>
          </p:cNvPr>
          <p:cNvSpPr txBox="1"/>
          <p:nvPr/>
        </p:nvSpPr>
        <p:spPr>
          <a:xfrm>
            <a:off x="2347454" y="2560918"/>
            <a:ext cx="7602662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r>
              <a:rPr lang="en-US" dirty="0"/>
              <a:t>Do large language models preserve these structures when generating retellings? </a:t>
            </a:r>
          </a:p>
        </p:txBody>
      </p:sp>
      <p:sp>
        <p:nvSpPr>
          <p:cNvPr id="14" name="Google Shape;446;p26">
            <a:extLst>
              <a:ext uri="{FF2B5EF4-FFF2-40B4-BE49-F238E27FC236}">
                <a16:creationId xmlns:a16="http://schemas.microsoft.com/office/drawing/2014/main" id="{10E3B48F-B890-22BF-5F6F-155B817E5BB9}"/>
              </a:ext>
            </a:extLst>
          </p:cNvPr>
          <p:cNvSpPr/>
          <p:nvPr/>
        </p:nvSpPr>
        <p:spPr>
          <a:xfrm>
            <a:off x="1667155" y="3690079"/>
            <a:ext cx="507200" cy="50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" name="Google Shape;447;p26">
            <a:extLst>
              <a:ext uri="{FF2B5EF4-FFF2-40B4-BE49-F238E27FC236}">
                <a16:creationId xmlns:a16="http://schemas.microsoft.com/office/drawing/2014/main" id="{BF55B89C-6FD3-2C13-2AC1-8BAD16FC2B14}"/>
              </a:ext>
            </a:extLst>
          </p:cNvPr>
          <p:cNvSpPr txBox="1"/>
          <p:nvPr/>
        </p:nvSpPr>
        <p:spPr>
          <a:xfrm>
            <a:off x="2347454" y="3578665"/>
            <a:ext cx="751844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r>
              <a:rPr lang="en-US" dirty="0"/>
              <a:t>Can large language models work as cultural translators? (mimicking the structure for another culture’s narratives)</a:t>
            </a:r>
          </a:p>
        </p:txBody>
      </p:sp>
      <p:sp>
        <p:nvSpPr>
          <p:cNvPr id="23" name="Google Shape;436;p26">
            <a:extLst>
              <a:ext uri="{FF2B5EF4-FFF2-40B4-BE49-F238E27FC236}">
                <a16:creationId xmlns:a16="http://schemas.microsoft.com/office/drawing/2014/main" id="{01698CBF-06DC-CF46-5483-4491CB8AC2FD}"/>
              </a:ext>
            </a:extLst>
          </p:cNvPr>
          <p:cNvSpPr/>
          <p:nvPr/>
        </p:nvSpPr>
        <p:spPr>
          <a:xfrm>
            <a:off x="1920755" y="2542878"/>
            <a:ext cx="8176400" cy="748800"/>
          </a:xfrm>
          <a:prstGeom prst="roundRect">
            <a:avLst>
              <a:gd name="adj" fmla="val 3064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443;p26">
            <a:extLst>
              <a:ext uri="{FF2B5EF4-FFF2-40B4-BE49-F238E27FC236}">
                <a16:creationId xmlns:a16="http://schemas.microsoft.com/office/drawing/2014/main" id="{C7D83E16-C591-4BE2-C94D-23242F9FD337}"/>
              </a:ext>
            </a:extLst>
          </p:cNvPr>
          <p:cNvSpPr/>
          <p:nvPr/>
        </p:nvSpPr>
        <p:spPr>
          <a:xfrm>
            <a:off x="1646073" y="2681811"/>
            <a:ext cx="507200" cy="50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" name="Google Shape;436;p26">
            <a:extLst>
              <a:ext uri="{FF2B5EF4-FFF2-40B4-BE49-F238E27FC236}">
                <a16:creationId xmlns:a16="http://schemas.microsoft.com/office/drawing/2014/main" id="{8C786BED-39FA-F390-243E-7D746360D249}"/>
              </a:ext>
            </a:extLst>
          </p:cNvPr>
          <p:cNvSpPr/>
          <p:nvPr/>
        </p:nvSpPr>
        <p:spPr>
          <a:xfrm>
            <a:off x="1920755" y="1480025"/>
            <a:ext cx="8176400" cy="748800"/>
          </a:xfrm>
          <a:prstGeom prst="roundRect">
            <a:avLst>
              <a:gd name="adj" fmla="val 3064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440;p26">
            <a:extLst>
              <a:ext uri="{FF2B5EF4-FFF2-40B4-BE49-F238E27FC236}">
                <a16:creationId xmlns:a16="http://schemas.microsoft.com/office/drawing/2014/main" id="{BACD9B90-B57E-6BD3-CEA5-2BFE2C73099D}"/>
              </a:ext>
            </a:extLst>
          </p:cNvPr>
          <p:cNvSpPr/>
          <p:nvPr/>
        </p:nvSpPr>
        <p:spPr>
          <a:xfrm>
            <a:off x="1646073" y="1582878"/>
            <a:ext cx="507200" cy="50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98317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>
          <a:extLst>
            <a:ext uri="{FF2B5EF4-FFF2-40B4-BE49-F238E27FC236}">
              <a16:creationId xmlns:a16="http://schemas.microsoft.com/office/drawing/2014/main" id="{3E5D69A7-0BFF-20C6-8458-289A68A7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">
            <a:extLst>
              <a:ext uri="{FF2B5EF4-FFF2-40B4-BE49-F238E27FC236}">
                <a16:creationId xmlns:a16="http://schemas.microsoft.com/office/drawing/2014/main" id="{EC04DB71-D749-19A1-265E-D7A8B844637C}"/>
              </a:ext>
            </a:extLst>
          </p:cNvPr>
          <p:cNvSpPr/>
          <p:nvPr/>
        </p:nvSpPr>
        <p:spPr>
          <a:xfrm>
            <a:off x="1920755" y="1356385"/>
            <a:ext cx="8176400" cy="960000"/>
          </a:xfrm>
          <a:prstGeom prst="roundRect">
            <a:avLst>
              <a:gd name="adj" fmla="val 3064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26">
            <a:extLst>
              <a:ext uri="{FF2B5EF4-FFF2-40B4-BE49-F238E27FC236}">
                <a16:creationId xmlns:a16="http://schemas.microsoft.com/office/drawing/2014/main" id="{20F81556-8B01-E7C4-1E8F-1B7DE632F039}"/>
              </a:ext>
            </a:extLst>
          </p:cNvPr>
          <p:cNvSpPr/>
          <p:nvPr/>
        </p:nvSpPr>
        <p:spPr>
          <a:xfrm>
            <a:off x="1920755" y="2455318"/>
            <a:ext cx="8176400" cy="960000"/>
          </a:xfrm>
          <a:prstGeom prst="roundRect">
            <a:avLst>
              <a:gd name="adj" fmla="val 3064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26">
            <a:extLst>
              <a:ext uri="{FF2B5EF4-FFF2-40B4-BE49-F238E27FC236}">
                <a16:creationId xmlns:a16="http://schemas.microsoft.com/office/drawing/2014/main" id="{82FF0E1E-43AA-D7DF-A386-F19B4C7D9F5D}"/>
              </a:ext>
            </a:extLst>
          </p:cNvPr>
          <p:cNvSpPr/>
          <p:nvPr/>
        </p:nvSpPr>
        <p:spPr>
          <a:xfrm>
            <a:off x="1920755" y="3554250"/>
            <a:ext cx="8176400" cy="1829280"/>
          </a:xfrm>
          <a:prstGeom prst="roundRect">
            <a:avLst>
              <a:gd name="adj" fmla="val 3064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26">
            <a:extLst>
              <a:ext uri="{FF2B5EF4-FFF2-40B4-BE49-F238E27FC236}">
                <a16:creationId xmlns:a16="http://schemas.microsoft.com/office/drawing/2014/main" id="{E773BE10-E141-778A-60A6-DCF13D072425}"/>
              </a:ext>
            </a:extLst>
          </p:cNvPr>
          <p:cNvSpPr/>
          <p:nvPr/>
        </p:nvSpPr>
        <p:spPr>
          <a:xfrm>
            <a:off x="1646073" y="1582878"/>
            <a:ext cx="507200" cy="50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1" name="Google Shape;441;p26">
            <a:extLst>
              <a:ext uri="{FF2B5EF4-FFF2-40B4-BE49-F238E27FC236}">
                <a16:creationId xmlns:a16="http://schemas.microsoft.com/office/drawing/2014/main" id="{42BFF0D5-8CF4-D56F-5DEA-E8B34207654E}"/>
              </a:ext>
            </a:extLst>
          </p:cNvPr>
          <p:cNvSpPr txBox="1"/>
          <p:nvPr/>
        </p:nvSpPr>
        <p:spPr>
          <a:xfrm>
            <a:off x="2347454" y="1461985"/>
            <a:ext cx="29488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400"/>
            </a:pPr>
            <a:r>
              <a:rPr lang="en-US" sz="2133" kern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2" name="Google Shape;442;p26">
            <a:extLst>
              <a:ext uri="{FF2B5EF4-FFF2-40B4-BE49-F238E27FC236}">
                <a16:creationId xmlns:a16="http://schemas.microsoft.com/office/drawing/2014/main" id="{3BF98E30-9C9A-6E8F-799C-9579761275CF}"/>
              </a:ext>
            </a:extLst>
          </p:cNvPr>
          <p:cNvSpPr txBox="1"/>
          <p:nvPr/>
        </p:nvSpPr>
        <p:spPr>
          <a:xfrm>
            <a:off x="4743450" y="1461985"/>
            <a:ext cx="5353705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285750" indent="-285750" defTabSz="1219170"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Human Written narratives</a:t>
            </a:r>
          </a:p>
          <a:p>
            <a:pPr marL="285750" indent="-285750" defTabSz="1219170"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LLM Generated narratives in the same culture</a:t>
            </a:r>
          </a:p>
          <a:p>
            <a:pPr marL="285750" indent="-285750" defTabSz="1219170"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LLM Generated narratives cross culture</a:t>
            </a:r>
            <a:endParaRPr sz="1600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3" name="Google Shape;443;p26">
            <a:extLst>
              <a:ext uri="{FF2B5EF4-FFF2-40B4-BE49-F238E27FC236}">
                <a16:creationId xmlns:a16="http://schemas.microsoft.com/office/drawing/2014/main" id="{EE74EE00-FD9D-350C-540C-A2FF878F71D7}"/>
              </a:ext>
            </a:extLst>
          </p:cNvPr>
          <p:cNvSpPr/>
          <p:nvPr/>
        </p:nvSpPr>
        <p:spPr>
          <a:xfrm>
            <a:off x="1646073" y="2681811"/>
            <a:ext cx="507200" cy="50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4" name="Google Shape;444;p26">
            <a:extLst>
              <a:ext uri="{FF2B5EF4-FFF2-40B4-BE49-F238E27FC236}">
                <a16:creationId xmlns:a16="http://schemas.microsoft.com/office/drawing/2014/main" id="{4895B5DE-2633-E451-82C4-A5BAD562423C}"/>
              </a:ext>
            </a:extLst>
          </p:cNvPr>
          <p:cNvSpPr txBox="1"/>
          <p:nvPr/>
        </p:nvSpPr>
        <p:spPr>
          <a:xfrm>
            <a:off x="2347454" y="2560918"/>
            <a:ext cx="29488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400"/>
            </a:pPr>
            <a:r>
              <a:rPr lang="en-US" sz="2133" kern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Methods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5" name="Google Shape;445;p26">
            <a:extLst>
              <a:ext uri="{FF2B5EF4-FFF2-40B4-BE49-F238E27FC236}">
                <a16:creationId xmlns:a16="http://schemas.microsoft.com/office/drawing/2014/main" id="{86201B65-68BC-6552-C8CF-58991C640D96}"/>
              </a:ext>
            </a:extLst>
          </p:cNvPr>
          <p:cNvSpPr txBox="1"/>
          <p:nvPr/>
        </p:nvSpPr>
        <p:spPr>
          <a:xfrm>
            <a:off x="4743450" y="2560918"/>
            <a:ext cx="5353705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285750" indent="-285750" defTabSz="1219170"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to convert narratives to graphs - SVO</a:t>
            </a:r>
          </a:p>
          <a:p>
            <a:pPr marL="285750" indent="-285750" defTabSz="1219170"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Define comparison metrics that capture structural aspects</a:t>
            </a:r>
          </a:p>
        </p:txBody>
      </p:sp>
      <p:sp>
        <p:nvSpPr>
          <p:cNvPr id="446" name="Google Shape;446;p26">
            <a:extLst>
              <a:ext uri="{FF2B5EF4-FFF2-40B4-BE49-F238E27FC236}">
                <a16:creationId xmlns:a16="http://schemas.microsoft.com/office/drawing/2014/main" id="{C02EAEAD-7045-5ED0-9FAF-79727A9A3284}"/>
              </a:ext>
            </a:extLst>
          </p:cNvPr>
          <p:cNvSpPr/>
          <p:nvPr/>
        </p:nvSpPr>
        <p:spPr>
          <a:xfrm>
            <a:off x="1667155" y="4147290"/>
            <a:ext cx="507200" cy="50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7" name="Google Shape;447;p26">
            <a:extLst>
              <a:ext uri="{FF2B5EF4-FFF2-40B4-BE49-F238E27FC236}">
                <a16:creationId xmlns:a16="http://schemas.microsoft.com/office/drawing/2014/main" id="{B6417451-8B1A-631D-44E0-955CC6088AE1}"/>
              </a:ext>
            </a:extLst>
          </p:cNvPr>
          <p:cNvSpPr txBox="1"/>
          <p:nvPr/>
        </p:nvSpPr>
        <p:spPr>
          <a:xfrm>
            <a:off x="2347454" y="4035876"/>
            <a:ext cx="29488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400"/>
            </a:pPr>
            <a:r>
              <a:rPr lang="en-US" sz="2133" kern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Results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8" name="Google Shape;448;p26">
            <a:extLst>
              <a:ext uri="{FF2B5EF4-FFF2-40B4-BE49-F238E27FC236}">
                <a16:creationId xmlns:a16="http://schemas.microsoft.com/office/drawing/2014/main" id="{B223A70C-3477-BAE5-28CF-3F75A33648C9}"/>
              </a:ext>
            </a:extLst>
          </p:cNvPr>
          <p:cNvSpPr txBox="1"/>
          <p:nvPr/>
        </p:nvSpPr>
        <p:spPr>
          <a:xfrm>
            <a:off x="4743449" y="4147290"/>
            <a:ext cx="5353706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285750" indent="-285750" defTabSz="1219170"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</a:t>
            </a:r>
            <a:r>
              <a:rPr lang="en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uman Narratives in different cultures compariosn </a:t>
            </a:r>
          </a:p>
          <a:p>
            <a:pPr marL="285750" indent="-285750" defTabSz="1219170"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Human vs LLM narrative comparison in the same culture</a:t>
            </a:r>
          </a:p>
          <a:p>
            <a:pPr marL="285750" indent="-285750" defTabSz="1219170"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Human vs LLM narrative comparison in the other cultures</a:t>
            </a:r>
          </a:p>
        </p:txBody>
      </p:sp>
      <p:cxnSp>
        <p:nvCxnSpPr>
          <p:cNvPr id="454" name="Google Shape;454;p26">
            <a:extLst>
              <a:ext uri="{FF2B5EF4-FFF2-40B4-BE49-F238E27FC236}">
                <a16:creationId xmlns:a16="http://schemas.microsoft.com/office/drawing/2014/main" id="{BAFBA562-99CA-0622-9F80-8A791CB8A21E}"/>
              </a:ext>
            </a:extLst>
          </p:cNvPr>
          <p:cNvCxnSpPr>
            <a:cxnSpLocks/>
            <a:stCxn id="440" idx="2"/>
            <a:endCxn id="443" idx="2"/>
          </p:cNvCxnSpPr>
          <p:nvPr/>
        </p:nvCxnSpPr>
        <p:spPr>
          <a:xfrm>
            <a:off x="1646073" y="1836478"/>
            <a:ext cx="800" cy="1098800"/>
          </a:xfrm>
          <a:prstGeom prst="bentConnector3">
            <a:avLst>
              <a:gd name="adj1" fmla="val -29686250"/>
            </a:avLst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26">
            <a:extLst>
              <a:ext uri="{FF2B5EF4-FFF2-40B4-BE49-F238E27FC236}">
                <a16:creationId xmlns:a16="http://schemas.microsoft.com/office/drawing/2014/main" id="{7B6B872B-1C61-99FD-C833-C685D4ED7FFF}"/>
              </a:ext>
            </a:extLst>
          </p:cNvPr>
          <p:cNvCxnSpPr>
            <a:stCxn id="443" idx="2"/>
            <a:endCxn id="446" idx="2"/>
          </p:cNvCxnSpPr>
          <p:nvPr/>
        </p:nvCxnSpPr>
        <p:spPr>
          <a:xfrm rot="10800000" flipH="1" flipV="1">
            <a:off x="1646073" y="2935410"/>
            <a:ext cx="21082" cy="1465479"/>
          </a:xfrm>
          <a:prstGeom prst="bentConnector3">
            <a:avLst>
              <a:gd name="adj1" fmla="val -1084337"/>
            </a:avLst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3" name="Google Shape;118;p18">
            <a:extLst>
              <a:ext uri="{FF2B5EF4-FFF2-40B4-BE49-F238E27FC236}">
                <a16:creationId xmlns:a16="http://schemas.microsoft.com/office/drawing/2014/main" id="{B79163EE-6CEF-A9E0-ECE1-ADAD64367AB5}"/>
              </a:ext>
            </a:extLst>
          </p:cNvPr>
          <p:cNvSpPr txBox="1"/>
          <p:nvPr/>
        </p:nvSpPr>
        <p:spPr>
          <a:xfrm>
            <a:off x="838200" y="732622"/>
            <a:ext cx="775716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defTabSz="1219170">
              <a:buClr>
                <a:srgbClr val="000000"/>
              </a:buClr>
              <a:buSzPts val="1800"/>
            </a:pPr>
            <a:r>
              <a:rPr lang="en-US" sz="2400" b="1" dirty="0">
                <a:latin typeface="Montserrat" panose="00000500000000000000" pitchFamily="2" charset="0"/>
              </a:rPr>
              <a:t>Define the project question and methodology</a:t>
            </a:r>
            <a:endParaRPr sz="2133" b="1" kern="0" dirty="0">
              <a:solidFill>
                <a:srgbClr val="000000"/>
              </a:solidFill>
              <a:latin typeface="Montserrat" panose="00000500000000000000" pitchFamily="2" charset="0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682938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34D2BDC3-C4CF-9477-C4D2-39CDF1C7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>
            <a:extLst>
              <a:ext uri="{FF2B5EF4-FFF2-40B4-BE49-F238E27FC236}">
                <a16:creationId xmlns:a16="http://schemas.microsoft.com/office/drawing/2014/main" id="{9DF3522D-0F10-D953-F8B5-807A1C85EECF}"/>
              </a:ext>
            </a:extLst>
          </p:cNvPr>
          <p:cNvSpPr/>
          <p:nvPr/>
        </p:nvSpPr>
        <p:spPr>
          <a:xfrm>
            <a:off x="81280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25F5ADBF-B26B-D636-F4CD-942F697447C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600" y="427108"/>
            <a:ext cx="10985500" cy="747713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>
                <a:latin typeface="Montserrat" panose="00000500000000000000" pitchFamily="2" charset="0"/>
              </a:rPr>
              <a:t>Road Map</a:t>
            </a:r>
          </a:p>
        </p:txBody>
      </p:sp>
      <p:sp>
        <p:nvSpPr>
          <p:cNvPr id="116" name="Google Shape;116;p18">
            <a:extLst>
              <a:ext uri="{FF2B5EF4-FFF2-40B4-BE49-F238E27FC236}">
                <a16:creationId xmlns:a16="http://schemas.microsoft.com/office/drawing/2014/main" id="{1852DA33-292F-7DBE-31E2-37026980527E}"/>
              </a:ext>
            </a:extLst>
          </p:cNvPr>
          <p:cNvSpPr/>
          <p:nvPr/>
        </p:nvSpPr>
        <p:spPr>
          <a:xfrm>
            <a:off x="6096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274266FF-1DB5-CF30-527E-A86843F487E6}"/>
              </a:ext>
            </a:extLst>
          </p:cNvPr>
          <p:cNvSpPr/>
          <p:nvPr/>
        </p:nvSpPr>
        <p:spPr>
          <a:xfrm>
            <a:off x="43688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86D82E34-3067-B6E7-BB1E-9C5E022B55AA}"/>
              </a:ext>
            </a:extLst>
          </p:cNvPr>
          <p:cNvSpPr txBox="1"/>
          <p:nvPr/>
        </p:nvSpPr>
        <p:spPr>
          <a:xfrm>
            <a:off x="751491" y="2120667"/>
            <a:ext cx="3078520" cy="153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Define the project question and methodology</a:t>
            </a:r>
            <a:endParaRPr sz="2133" kern="0" dirty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0" name="Google Shape;120;p18">
            <a:extLst>
              <a:ext uri="{FF2B5EF4-FFF2-40B4-BE49-F238E27FC236}">
                <a16:creationId xmlns:a16="http://schemas.microsoft.com/office/drawing/2014/main" id="{C4A7C745-DDFF-D037-7FF8-39E6315BF5FD}"/>
              </a:ext>
            </a:extLst>
          </p:cNvPr>
          <p:cNvSpPr txBox="1"/>
          <p:nvPr/>
        </p:nvSpPr>
        <p:spPr>
          <a:xfrm>
            <a:off x="4612600" y="2068768"/>
            <a:ext cx="2966800" cy="162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/>
            <a:r>
              <a:rPr lang="en-US" sz="2400" dirty="0"/>
              <a:t>Choose the cultures and collect the narratives</a:t>
            </a:r>
          </a:p>
        </p:txBody>
      </p:sp>
      <p:sp>
        <p:nvSpPr>
          <p:cNvPr id="122" name="Google Shape;122;p18">
            <a:extLst>
              <a:ext uri="{FF2B5EF4-FFF2-40B4-BE49-F238E27FC236}">
                <a16:creationId xmlns:a16="http://schemas.microsoft.com/office/drawing/2014/main" id="{B0371BE1-BDAC-777F-4049-69AE2C598492}"/>
              </a:ext>
            </a:extLst>
          </p:cNvPr>
          <p:cNvSpPr txBox="1"/>
          <p:nvPr/>
        </p:nvSpPr>
        <p:spPr>
          <a:xfrm>
            <a:off x="8371800" y="3593488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Ask LLMs to generate the narratives in the same and cross culture</a:t>
            </a:r>
          </a:p>
          <a:p>
            <a:pPr algn="ctr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F4FF786C-BAFA-E101-6922-C6C32A487072}"/>
              </a:ext>
            </a:extLst>
          </p:cNvPr>
          <p:cNvSpPr/>
          <p:nvPr/>
        </p:nvSpPr>
        <p:spPr>
          <a:xfrm>
            <a:off x="2083251" y="1357300"/>
            <a:ext cx="507200" cy="50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 dirty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1</a:t>
            </a:r>
            <a:endParaRPr sz="2133" kern="0" dirty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18">
            <a:extLst>
              <a:ext uri="{FF2B5EF4-FFF2-40B4-BE49-F238E27FC236}">
                <a16:creationId xmlns:a16="http://schemas.microsoft.com/office/drawing/2014/main" id="{9E84F72A-BEE9-E645-357B-3A69E9FF7208}"/>
              </a:ext>
            </a:extLst>
          </p:cNvPr>
          <p:cNvSpPr/>
          <p:nvPr/>
        </p:nvSpPr>
        <p:spPr>
          <a:xfrm>
            <a:off x="5842467" y="1331351"/>
            <a:ext cx="507200" cy="50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2</a:t>
            </a:r>
            <a:endParaRPr sz="2133" kern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4B847C73-96F8-381D-5E5A-37A440DBCC79}"/>
              </a:ext>
            </a:extLst>
          </p:cNvPr>
          <p:cNvSpPr/>
          <p:nvPr/>
        </p:nvSpPr>
        <p:spPr>
          <a:xfrm>
            <a:off x="9601600" y="1331284"/>
            <a:ext cx="507200" cy="50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3</a:t>
            </a:r>
            <a:endParaRPr sz="2133" kern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7" name="Google Shape;147;p18">
            <a:extLst>
              <a:ext uri="{FF2B5EF4-FFF2-40B4-BE49-F238E27FC236}">
                <a16:creationId xmlns:a16="http://schemas.microsoft.com/office/drawing/2014/main" id="{778B51BF-5684-DC5C-C26E-1729897DBA26}"/>
              </a:ext>
            </a:extLst>
          </p:cNvPr>
          <p:cNvSpPr/>
          <p:nvPr/>
        </p:nvSpPr>
        <p:spPr>
          <a:xfrm>
            <a:off x="81280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8">
            <a:extLst>
              <a:ext uri="{FF2B5EF4-FFF2-40B4-BE49-F238E27FC236}">
                <a16:creationId xmlns:a16="http://schemas.microsoft.com/office/drawing/2014/main" id="{86CDAF65-2809-6A15-6F46-AE30B05F4C43}"/>
              </a:ext>
            </a:extLst>
          </p:cNvPr>
          <p:cNvSpPr/>
          <p:nvPr/>
        </p:nvSpPr>
        <p:spPr>
          <a:xfrm>
            <a:off x="6096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8">
            <a:extLst>
              <a:ext uri="{FF2B5EF4-FFF2-40B4-BE49-F238E27FC236}">
                <a16:creationId xmlns:a16="http://schemas.microsoft.com/office/drawing/2014/main" id="{078B975F-1225-1C22-F983-3AD11EB6D9B5}"/>
              </a:ext>
            </a:extLst>
          </p:cNvPr>
          <p:cNvSpPr/>
          <p:nvPr/>
        </p:nvSpPr>
        <p:spPr>
          <a:xfrm>
            <a:off x="43688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6CC5301F-23AB-FBAC-97C0-14F5325D2E8C}"/>
              </a:ext>
            </a:extLst>
          </p:cNvPr>
          <p:cNvSpPr txBox="1"/>
          <p:nvPr/>
        </p:nvSpPr>
        <p:spPr>
          <a:xfrm>
            <a:off x="853400" y="4445651"/>
            <a:ext cx="2966800" cy="1798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Convert narratives into graphs with defined method</a:t>
            </a:r>
          </a:p>
        </p:txBody>
      </p:sp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6ABDD314-3DB3-6688-E586-B999270B5FDF}"/>
              </a:ext>
            </a:extLst>
          </p:cNvPr>
          <p:cNvSpPr txBox="1"/>
          <p:nvPr/>
        </p:nvSpPr>
        <p:spPr>
          <a:xfrm>
            <a:off x="4612600" y="4701867"/>
            <a:ext cx="2966800" cy="154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Define Analyzing Methods and Metrics</a:t>
            </a:r>
          </a:p>
        </p:txBody>
      </p:sp>
      <p:sp>
        <p:nvSpPr>
          <p:cNvPr id="159" name="Google Shape;159;p18">
            <a:extLst>
              <a:ext uri="{FF2B5EF4-FFF2-40B4-BE49-F238E27FC236}">
                <a16:creationId xmlns:a16="http://schemas.microsoft.com/office/drawing/2014/main" id="{454EE5F8-9348-8E4D-4CCA-3B8863AFC403}"/>
              </a:ext>
            </a:extLst>
          </p:cNvPr>
          <p:cNvSpPr txBox="1"/>
          <p:nvPr/>
        </p:nvSpPr>
        <p:spPr>
          <a:xfrm>
            <a:off x="8003540" y="4558030"/>
            <a:ext cx="3703320" cy="168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Compare the graphs of human written and machine written narratives</a:t>
            </a:r>
            <a:r>
              <a:rPr lang="en" sz="2133" kern="0" dirty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 </a:t>
            </a:r>
            <a:endParaRPr sz="2133" kern="0" dirty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A691D43D-1B91-A0FA-73F7-B2A606F12117}"/>
              </a:ext>
            </a:extLst>
          </p:cNvPr>
          <p:cNvSpPr/>
          <p:nvPr/>
        </p:nvSpPr>
        <p:spPr>
          <a:xfrm>
            <a:off x="2083251" y="3938500"/>
            <a:ext cx="507200" cy="50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4</a:t>
            </a:r>
            <a:endParaRPr sz="2133" kern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09219F0F-4689-FBDF-D1D7-5A1F0164EBF2}"/>
              </a:ext>
            </a:extLst>
          </p:cNvPr>
          <p:cNvSpPr/>
          <p:nvPr/>
        </p:nvSpPr>
        <p:spPr>
          <a:xfrm>
            <a:off x="5842467" y="3938517"/>
            <a:ext cx="507200" cy="50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5</a:t>
            </a:r>
            <a:endParaRPr sz="2133" kern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EC3D3723-8BD0-3CBB-E9E8-76F9D59CC7A0}"/>
              </a:ext>
            </a:extLst>
          </p:cNvPr>
          <p:cNvSpPr/>
          <p:nvPr/>
        </p:nvSpPr>
        <p:spPr>
          <a:xfrm>
            <a:off x="9601600" y="3938451"/>
            <a:ext cx="507200" cy="50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6</a:t>
            </a:r>
            <a:endParaRPr sz="2133" kern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03527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80;p21">
            <a:extLst>
              <a:ext uri="{FF2B5EF4-FFF2-40B4-BE49-F238E27FC236}">
                <a16:creationId xmlns:a16="http://schemas.microsoft.com/office/drawing/2014/main" id="{99C75CDA-1256-4DE9-B6B5-3D12626FBC3A}"/>
              </a:ext>
            </a:extLst>
          </p:cNvPr>
          <p:cNvSpPr/>
          <p:nvPr/>
        </p:nvSpPr>
        <p:spPr>
          <a:xfrm>
            <a:off x="294777" y="2052702"/>
            <a:ext cx="2291307" cy="1056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282;p21">
            <a:extLst>
              <a:ext uri="{FF2B5EF4-FFF2-40B4-BE49-F238E27FC236}">
                <a16:creationId xmlns:a16="http://schemas.microsoft.com/office/drawing/2014/main" id="{684AE667-37E7-87F3-6591-4F0DF325D33B}"/>
              </a:ext>
            </a:extLst>
          </p:cNvPr>
          <p:cNvSpPr txBox="1"/>
          <p:nvPr/>
        </p:nvSpPr>
        <p:spPr>
          <a:xfrm>
            <a:off x="294777" y="2330609"/>
            <a:ext cx="2291308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200"/>
            </a:pPr>
            <a:r>
              <a:rPr lang="en" sz="1600" b="1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Choose the cultures </a:t>
            </a:r>
            <a:endParaRPr sz="1600" b="1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" name="Google Shape;281;p21">
            <a:extLst>
              <a:ext uri="{FF2B5EF4-FFF2-40B4-BE49-F238E27FC236}">
                <a16:creationId xmlns:a16="http://schemas.microsoft.com/office/drawing/2014/main" id="{01FEFDF8-6F9F-9858-7BF7-17539994C992}"/>
              </a:ext>
            </a:extLst>
          </p:cNvPr>
          <p:cNvSpPr/>
          <p:nvPr/>
        </p:nvSpPr>
        <p:spPr>
          <a:xfrm>
            <a:off x="183777" y="2469702"/>
            <a:ext cx="222000" cy="22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" name="Google Shape;280;p21">
            <a:extLst>
              <a:ext uri="{FF2B5EF4-FFF2-40B4-BE49-F238E27FC236}">
                <a16:creationId xmlns:a16="http://schemas.microsoft.com/office/drawing/2014/main" id="{154FE371-CB7A-D917-8EB3-79A5A5FDE86F}"/>
              </a:ext>
            </a:extLst>
          </p:cNvPr>
          <p:cNvSpPr/>
          <p:nvPr/>
        </p:nvSpPr>
        <p:spPr>
          <a:xfrm>
            <a:off x="2911286" y="2052702"/>
            <a:ext cx="2982738" cy="1056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Google Shape;282;p21">
            <a:extLst>
              <a:ext uri="{FF2B5EF4-FFF2-40B4-BE49-F238E27FC236}">
                <a16:creationId xmlns:a16="http://schemas.microsoft.com/office/drawing/2014/main" id="{EC2E0AC8-3C2A-CBFD-D689-4C32BE442974}"/>
              </a:ext>
            </a:extLst>
          </p:cNvPr>
          <p:cNvSpPr txBox="1"/>
          <p:nvPr/>
        </p:nvSpPr>
        <p:spPr>
          <a:xfrm>
            <a:off x="3060146" y="2330609"/>
            <a:ext cx="2113481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200"/>
            </a:pPr>
            <a:r>
              <a:rPr lang="en" sz="1600" b="1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Collect the human written narratives</a:t>
            </a:r>
            <a:endParaRPr sz="1600" b="1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" name="Google Shape;281;p21">
            <a:extLst>
              <a:ext uri="{FF2B5EF4-FFF2-40B4-BE49-F238E27FC236}">
                <a16:creationId xmlns:a16="http://schemas.microsoft.com/office/drawing/2014/main" id="{755724BC-68E4-1335-DCE7-0D0C3C63896E}"/>
              </a:ext>
            </a:extLst>
          </p:cNvPr>
          <p:cNvSpPr/>
          <p:nvPr/>
        </p:nvSpPr>
        <p:spPr>
          <a:xfrm>
            <a:off x="2800287" y="2469702"/>
            <a:ext cx="222000" cy="222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39D178-E2DD-4AC7-A02F-6A51A73F5C75}"/>
              </a:ext>
            </a:extLst>
          </p:cNvPr>
          <p:cNvSpPr txBox="1"/>
          <p:nvPr/>
        </p:nvSpPr>
        <p:spPr>
          <a:xfrm>
            <a:off x="2911286" y="3338984"/>
            <a:ext cx="3096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 Medium" panose="00000600000000000000" pitchFamily="2" charset="0"/>
              </a:rPr>
              <a:t>Personally collected 10 narratives per culture from the web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5C0465F-4C66-80AA-26EE-1D945D262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515863"/>
              </p:ext>
            </p:extLst>
          </p:nvPr>
        </p:nvGraphicFramePr>
        <p:xfrm>
          <a:off x="6184187" y="2052702"/>
          <a:ext cx="5734075" cy="296103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15213">
                  <a:extLst>
                    <a:ext uri="{9D8B030D-6E8A-4147-A177-3AD203B41FA5}">
                      <a16:colId xmlns:a16="http://schemas.microsoft.com/office/drawing/2014/main" val="2787582112"/>
                    </a:ext>
                  </a:extLst>
                </a:gridCol>
                <a:gridCol w="1377108">
                  <a:extLst>
                    <a:ext uri="{9D8B030D-6E8A-4147-A177-3AD203B41FA5}">
                      <a16:colId xmlns:a16="http://schemas.microsoft.com/office/drawing/2014/main" val="1195198869"/>
                    </a:ext>
                  </a:extLst>
                </a:gridCol>
                <a:gridCol w="1476261">
                  <a:extLst>
                    <a:ext uri="{9D8B030D-6E8A-4147-A177-3AD203B41FA5}">
                      <a16:colId xmlns:a16="http://schemas.microsoft.com/office/drawing/2014/main" val="371386482"/>
                    </a:ext>
                  </a:extLst>
                </a:gridCol>
                <a:gridCol w="1665493">
                  <a:extLst>
                    <a:ext uri="{9D8B030D-6E8A-4147-A177-3AD203B41FA5}">
                      <a16:colId xmlns:a16="http://schemas.microsoft.com/office/drawing/2014/main" val="2645373278"/>
                    </a:ext>
                  </a:extLst>
                </a:gridCol>
              </a:tblGrid>
              <a:tr h="954904">
                <a:tc>
                  <a:txBody>
                    <a:bodyPr/>
                    <a:lstStyle/>
                    <a:p>
                      <a:r>
                        <a:rPr lang="en-US" sz="1867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Culture</a:t>
                      </a:r>
                      <a:endParaRPr lang="en-US" b="1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Average Event per Story</a:t>
                      </a:r>
                      <a:endParaRPr lang="en-US" b="1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Average Words per Story</a:t>
                      </a:r>
                      <a:endParaRPr lang="en-US" b="1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Average Sentence per Story</a:t>
                      </a:r>
                      <a:endParaRPr lang="en-US" b="1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213260"/>
                  </a:ext>
                </a:extLst>
              </a:tr>
              <a:tr h="938128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Native American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390.7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3030.0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80.9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79058"/>
                  </a:ext>
                </a:extLst>
              </a:tr>
              <a:tr h="53400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German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225.1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1557.8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73.5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017787"/>
                  </a:ext>
                </a:extLst>
              </a:tr>
              <a:tr h="53400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Persian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457.6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3280.0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150.1</a:t>
                      </a:r>
                      <a:endParaRPr lang="en-US" b="0" dirty="0">
                        <a:solidFill>
                          <a:schemeClr val="tx1"/>
                        </a:solidFill>
                        <a:latin typeface="Montserrat Medium" panose="000006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1636"/>
                  </a:ext>
                </a:extLst>
              </a:tr>
            </a:tbl>
          </a:graphicData>
        </a:graphic>
      </p:graphicFrame>
      <p:sp>
        <p:nvSpPr>
          <p:cNvPr id="36" name="Google Shape;434;p26">
            <a:extLst>
              <a:ext uri="{FF2B5EF4-FFF2-40B4-BE49-F238E27FC236}">
                <a16:creationId xmlns:a16="http://schemas.microsoft.com/office/drawing/2014/main" id="{8CC04F1B-FCD3-9FDE-860F-35A26E05A602}"/>
              </a:ext>
            </a:extLst>
          </p:cNvPr>
          <p:cNvSpPr/>
          <p:nvPr/>
        </p:nvSpPr>
        <p:spPr>
          <a:xfrm>
            <a:off x="294776" y="5473088"/>
            <a:ext cx="5801224" cy="960000"/>
          </a:xfrm>
          <a:prstGeom prst="roundRect">
            <a:avLst>
              <a:gd name="adj" fmla="val 3064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441;p26">
            <a:extLst>
              <a:ext uri="{FF2B5EF4-FFF2-40B4-BE49-F238E27FC236}">
                <a16:creationId xmlns:a16="http://schemas.microsoft.com/office/drawing/2014/main" id="{5B31307A-3A2D-860B-DD35-5C8C7C9642B4}"/>
              </a:ext>
            </a:extLst>
          </p:cNvPr>
          <p:cNvSpPr txBox="1"/>
          <p:nvPr/>
        </p:nvSpPr>
        <p:spPr>
          <a:xfrm>
            <a:off x="366686" y="5585897"/>
            <a:ext cx="930917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r>
              <a:rPr lang="en-US" sz="1600" kern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</a:t>
            </a:r>
            <a:endParaRPr sz="1600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" name="Google Shape;442;p26">
            <a:extLst>
              <a:ext uri="{FF2B5EF4-FFF2-40B4-BE49-F238E27FC236}">
                <a16:creationId xmlns:a16="http://schemas.microsoft.com/office/drawing/2014/main" id="{BB66642B-6EE2-D831-E27F-7FF68E873ABB}"/>
              </a:ext>
            </a:extLst>
          </p:cNvPr>
          <p:cNvSpPr txBox="1"/>
          <p:nvPr/>
        </p:nvSpPr>
        <p:spPr>
          <a:xfrm>
            <a:off x="1039007" y="5559925"/>
            <a:ext cx="5353705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200"/>
            </a:pPr>
            <a:r>
              <a:rPr lang="en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Human Written narratives</a:t>
            </a:r>
          </a:p>
          <a:p>
            <a:pPr defTabSz="1219170">
              <a:buClr>
                <a:srgbClr val="000000"/>
              </a:buClr>
              <a:buSzPts val="1200"/>
            </a:pPr>
            <a:r>
              <a:rPr lang="en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LLM Generated narratives in the same culture</a:t>
            </a:r>
          </a:p>
          <a:p>
            <a:pPr defTabSz="1219170">
              <a:buClr>
                <a:srgbClr val="000000"/>
              </a:buClr>
              <a:buSzPts val="1200"/>
            </a:pPr>
            <a:r>
              <a:rPr lang="en" sz="16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LLM Generated narratives cross culture</a:t>
            </a:r>
            <a:endParaRPr sz="1600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" name="Google Shape;281;p21">
            <a:extLst>
              <a:ext uri="{FF2B5EF4-FFF2-40B4-BE49-F238E27FC236}">
                <a16:creationId xmlns:a16="http://schemas.microsoft.com/office/drawing/2014/main" id="{228045E1-193B-08A6-0452-214831D5ED24}"/>
              </a:ext>
            </a:extLst>
          </p:cNvPr>
          <p:cNvSpPr/>
          <p:nvPr/>
        </p:nvSpPr>
        <p:spPr>
          <a:xfrm>
            <a:off x="192947" y="5846020"/>
            <a:ext cx="222000" cy="22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44D12B-46C7-399B-05E4-4B7C205E1C26}"/>
              </a:ext>
            </a:extLst>
          </p:cNvPr>
          <p:cNvSpPr txBox="1"/>
          <p:nvPr/>
        </p:nvSpPr>
        <p:spPr>
          <a:xfrm>
            <a:off x="366686" y="3368825"/>
            <a:ext cx="3096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 Medium" panose="00000600000000000000" pitchFamily="2" charset="0"/>
              </a:rPr>
              <a:t>German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ontserrat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ontserrat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 Medium" panose="00000600000000000000" pitchFamily="2" charset="0"/>
              </a:rPr>
              <a:t>Native American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ontserrat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ontserrat Medium" panose="00000600000000000000" pitchFamily="2" charset="0"/>
              </a:rPr>
              <a:t>Persian</a:t>
            </a:r>
          </a:p>
        </p:txBody>
      </p:sp>
      <p:sp>
        <p:nvSpPr>
          <p:cNvPr id="5" name="Google Shape;120;p18">
            <a:extLst>
              <a:ext uri="{FF2B5EF4-FFF2-40B4-BE49-F238E27FC236}">
                <a16:creationId xmlns:a16="http://schemas.microsoft.com/office/drawing/2014/main" id="{02C0C34A-2831-F94A-72A4-6538A3F38D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549275"/>
            <a:ext cx="10985500" cy="7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l"/>
            <a:r>
              <a:rPr lang="en-US" sz="2400" dirty="0"/>
              <a:t>Choose the cultures and Collect the stories</a:t>
            </a:r>
          </a:p>
        </p:txBody>
      </p:sp>
    </p:spTree>
    <p:extLst>
      <p:ext uri="{BB962C8B-B14F-4D97-AF65-F5344CB8AC3E}">
        <p14:creationId xmlns:p14="http://schemas.microsoft.com/office/powerpoint/2010/main" val="919476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CBAB1B2-DC05-D639-E41A-480CD6935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>
            <a:extLst>
              <a:ext uri="{FF2B5EF4-FFF2-40B4-BE49-F238E27FC236}">
                <a16:creationId xmlns:a16="http://schemas.microsoft.com/office/drawing/2014/main" id="{77EE0A82-5CAC-48B9-B60C-2D69F329E987}"/>
              </a:ext>
            </a:extLst>
          </p:cNvPr>
          <p:cNvSpPr/>
          <p:nvPr/>
        </p:nvSpPr>
        <p:spPr>
          <a:xfrm>
            <a:off x="81280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62144D1E-6EA5-68E4-548E-C247CE9780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600" y="427108"/>
            <a:ext cx="10985500" cy="747713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>
                <a:latin typeface="Montserrat" panose="00000500000000000000" pitchFamily="2" charset="0"/>
              </a:rPr>
              <a:t>Road Map</a:t>
            </a:r>
          </a:p>
        </p:txBody>
      </p:sp>
      <p:sp>
        <p:nvSpPr>
          <p:cNvPr id="116" name="Google Shape;116;p18">
            <a:extLst>
              <a:ext uri="{FF2B5EF4-FFF2-40B4-BE49-F238E27FC236}">
                <a16:creationId xmlns:a16="http://schemas.microsoft.com/office/drawing/2014/main" id="{03FADEB7-3E60-0E5F-661F-98DEF585B6E2}"/>
              </a:ext>
            </a:extLst>
          </p:cNvPr>
          <p:cNvSpPr/>
          <p:nvPr/>
        </p:nvSpPr>
        <p:spPr>
          <a:xfrm>
            <a:off x="6096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954E79CC-1CDD-8A8C-DC93-CE83496885EF}"/>
              </a:ext>
            </a:extLst>
          </p:cNvPr>
          <p:cNvSpPr/>
          <p:nvPr/>
        </p:nvSpPr>
        <p:spPr>
          <a:xfrm>
            <a:off x="43688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E9B467A6-A675-902B-95F4-9F606246A5C2}"/>
              </a:ext>
            </a:extLst>
          </p:cNvPr>
          <p:cNvSpPr txBox="1"/>
          <p:nvPr/>
        </p:nvSpPr>
        <p:spPr>
          <a:xfrm>
            <a:off x="751491" y="2120667"/>
            <a:ext cx="3078520" cy="153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Define the project question and methodology</a:t>
            </a:r>
            <a:endParaRPr sz="2133" kern="0" dirty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0" name="Google Shape;120;p18">
            <a:extLst>
              <a:ext uri="{FF2B5EF4-FFF2-40B4-BE49-F238E27FC236}">
                <a16:creationId xmlns:a16="http://schemas.microsoft.com/office/drawing/2014/main" id="{B5A8364D-BA8C-2FD6-32D1-FCF351714EEF}"/>
              </a:ext>
            </a:extLst>
          </p:cNvPr>
          <p:cNvSpPr txBox="1"/>
          <p:nvPr/>
        </p:nvSpPr>
        <p:spPr>
          <a:xfrm>
            <a:off x="4612600" y="2068768"/>
            <a:ext cx="2966800" cy="162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/>
            <a:r>
              <a:rPr lang="en-US" sz="2400" dirty="0"/>
              <a:t>Choose the cultures and collect the narratives</a:t>
            </a:r>
          </a:p>
        </p:txBody>
      </p:sp>
      <p:sp>
        <p:nvSpPr>
          <p:cNvPr id="122" name="Google Shape;122;p18">
            <a:extLst>
              <a:ext uri="{FF2B5EF4-FFF2-40B4-BE49-F238E27FC236}">
                <a16:creationId xmlns:a16="http://schemas.microsoft.com/office/drawing/2014/main" id="{2BD14230-7093-34EE-7F22-DB06B7DF8A47}"/>
              </a:ext>
            </a:extLst>
          </p:cNvPr>
          <p:cNvSpPr txBox="1"/>
          <p:nvPr/>
        </p:nvSpPr>
        <p:spPr>
          <a:xfrm>
            <a:off x="8371800" y="3593488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Ask LLMs to generate the narratives in the same and cross culture</a:t>
            </a:r>
          </a:p>
          <a:p>
            <a:pPr algn="ctr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DBF9B705-209F-DA01-2A7B-EDDD02B70EF2}"/>
              </a:ext>
            </a:extLst>
          </p:cNvPr>
          <p:cNvSpPr/>
          <p:nvPr/>
        </p:nvSpPr>
        <p:spPr>
          <a:xfrm>
            <a:off x="2083251" y="1357300"/>
            <a:ext cx="507200" cy="50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 dirty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1</a:t>
            </a:r>
            <a:endParaRPr sz="2133" kern="0" dirty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18">
            <a:extLst>
              <a:ext uri="{FF2B5EF4-FFF2-40B4-BE49-F238E27FC236}">
                <a16:creationId xmlns:a16="http://schemas.microsoft.com/office/drawing/2014/main" id="{9A1011B0-2809-8D8A-D9C4-9F7A45DF95C3}"/>
              </a:ext>
            </a:extLst>
          </p:cNvPr>
          <p:cNvSpPr/>
          <p:nvPr/>
        </p:nvSpPr>
        <p:spPr>
          <a:xfrm>
            <a:off x="5842467" y="1331351"/>
            <a:ext cx="507200" cy="50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2</a:t>
            </a:r>
            <a:endParaRPr sz="2133" kern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BAA8128D-6AA7-D363-CAF3-56701A02BAF5}"/>
              </a:ext>
            </a:extLst>
          </p:cNvPr>
          <p:cNvSpPr/>
          <p:nvPr/>
        </p:nvSpPr>
        <p:spPr>
          <a:xfrm>
            <a:off x="9601600" y="1331284"/>
            <a:ext cx="507200" cy="50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3</a:t>
            </a:r>
            <a:endParaRPr sz="2133" kern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7" name="Google Shape;147;p18">
            <a:extLst>
              <a:ext uri="{FF2B5EF4-FFF2-40B4-BE49-F238E27FC236}">
                <a16:creationId xmlns:a16="http://schemas.microsoft.com/office/drawing/2014/main" id="{246F69B5-5F41-98B8-1636-E83A8020D4F9}"/>
              </a:ext>
            </a:extLst>
          </p:cNvPr>
          <p:cNvSpPr/>
          <p:nvPr/>
        </p:nvSpPr>
        <p:spPr>
          <a:xfrm>
            <a:off x="81280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8">
            <a:extLst>
              <a:ext uri="{FF2B5EF4-FFF2-40B4-BE49-F238E27FC236}">
                <a16:creationId xmlns:a16="http://schemas.microsoft.com/office/drawing/2014/main" id="{CF67A33D-9E87-2318-59F7-C0F077875676}"/>
              </a:ext>
            </a:extLst>
          </p:cNvPr>
          <p:cNvSpPr/>
          <p:nvPr/>
        </p:nvSpPr>
        <p:spPr>
          <a:xfrm>
            <a:off x="6096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8">
            <a:extLst>
              <a:ext uri="{FF2B5EF4-FFF2-40B4-BE49-F238E27FC236}">
                <a16:creationId xmlns:a16="http://schemas.microsoft.com/office/drawing/2014/main" id="{06AB5F3C-DE6C-A992-CF5A-B76FD511DBAD}"/>
              </a:ext>
            </a:extLst>
          </p:cNvPr>
          <p:cNvSpPr/>
          <p:nvPr/>
        </p:nvSpPr>
        <p:spPr>
          <a:xfrm>
            <a:off x="43688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A96F3E54-BDA3-D053-51E8-FDB07CD98352}"/>
              </a:ext>
            </a:extLst>
          </p:cNvPr>
          <p:cNvSpPr txBox="1"/>
          <p:nvPr/>
        </p:nvSpPr>
        <p:spPr>
          <a:xfrm>
            <a:off x="853400" y="4445651"/>
            <a:ext cx="2966800" cy="1798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Convert narratives into graphs with defined method</a:t>
            </a:r>
          </a:p>
        </p:txBody>
      </p:sp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4DE40D23-73CA-F8CE-43AD-7369A72E974D}"/>
              </a:ext>
            </a:extLst>
          </p:cNvPr>
          <p:cNvSpPr txBox="1"/>
          <p:nvPr/>
        </p:nvSpPr>
        <p:spPr>
          <a:xfrm>
            <a:off x="4612600" y="4701867"/>
            <a:ext cx="2966800" cy="154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Define Analyzing Methods and Metrics</a:t>
            </a:r>
          </a:p>
        </p:txBody>
      </p:sp>
      <p:sp>
        <p:nvSpPr>
          <p:cNvPr id="159" name="Google Shape;159;p18">
            <a:extLst>
              <a:ext uri="{FF2B5EF4-FFF2-40B4-BE49-F238E27FC236}">
                <a16:creationId xmlns:a16="http://schemas.microsoft.com/office/drawing/2014/main" id="{7ED43BBF-D1F6-0911-EC01-88F84EC9AFF5}"/>
              </a:ext>
            </a:extLst>
          </p:cNvPr>
          <p:cNvSpPr txBox="1"/>
          <p:nvPr/>
        </p:nvSpPr>
        <p:spPr>
          <a:xfrm>
            <a:off x="8003540" y="4558030"/>
            <a:ext cx="3703320" cy="168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Compare the graphs of human written and machine written narratives</a:t>
            </a:r>
            <a:r>
              <a:rPr lang="en" sz="2133" kern="0" dirty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 </a:t>
            </a:r>
            <a:endParaRPr sz="2133" kern="0" dirty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5DA2B42A-195B-C900-3BDE-ADA45368BF50}"/>
              </a:ext>
            </a:extLst>
          </p:cNvPr>
          <p:cNvSpPr/>
          <p:nvPr/>
        </p:nvSpPr>
        <p:spPr>
          <a:xfrm>
            <a:off x="2083251" y="3938500"/>
            <a:ext cx="507200" cy="50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4</a:t>
            </a:r>
            <a:endParaRPr sz="2133" kern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53B8756F-A399-CEE0-420A-6C1540E85E7F}"/>
              </a:ext>
            </a:extLst>
          </p:cNvPr>
          <p:cNvSpPr/>
          <p:nvPr/>
        </p:nvSpPr>
        <p:spPr>
          <a:xfrm>
            <a:off x="5842467" y="3938517"/>
            <a:ext cx="507200" cy="50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5</a:t>
            </a:r>
            <a:endParaRPr sz="2133" kern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90AE898B-40D4-669D-586C-E533BE03D224}"/>
              </a:ext>
            </a:extLst>
          </p:cNvPr>
          <p:cNvSpPr/>
          <p:nvPr/>
        </p:nvSpPr>
        <p:spPr>
          <a:xfrm>
            <a:off x="9601600" y="3938451"/>
            <a:ext cx="507200" cy="50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ea typeface="Montserrat SemiBold"/>
                <a:cs typeface="Montserrat SemiBold"/>
                <a:sym typeface="Montserrat SemiBold"/>
              </a:rPr>
              <a:t>6</a:t>
            </a:r>
            <a:endParaRPr sz="2133" kern="0">
              <a:solidFill>
                <a:srgbClr val="000000"/>
              </a:solidFill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9439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2;p18">
            <a:extLst>
              <a:ext uri="{FF2B5EF4-FFF2-40B4-BE49-F238E27FC236}">
                <a16:creationId xmlns:a16="http://schemas.microsoft.com/office/drawing/2014/main" id="{BCD7A812-7D61-77A0-26FA-A1B82E83F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549275"/>
            <a:ext cx="10985500" cy="7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l" defTabSz="1219170">
              <a:buClr>
                <a:srgbClr val="000000"/>
              </a:buClr>
              <a:buSzPts val="1800"/>
            </a:pPr>
            <a:r>
              <a:rPr lang="en-US" sz="2400" dirty="0"/>
              <a:t>Ask LLMs to generate the stories in the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same</a:t>
            </a:r>
            <a:r>
              <a:rPr lang="en-US" sz="2400" dirty="0"/>
              <a:t> and cross culture</a:t>
            </a:r>
          </a:p>
          <a:p>
            <a:pPr algn="ctr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81EA4AA-2098-020D-3646-A93DD4EF06BD}"/>
              </a:ext>
            </a:extLst>
          </p:cNvPr>
          <p:cNvSpPr txBox="1">
            <a:spLocks/>
          </p:cNvSpPr>
          <p:nvPr/>
        </p:nvSpPr>
        <p:spPr>
          <a:xfrm>
            <a:off x="501046" y="1977042"/>
            <a:ext cx="5142533" cy="443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152400" indent="0">
              <a:buFont typeface="Montserrat Medium"/>
              <a:buNone/>
            </a:pPr>
            <a:r>
              <a:rPr lang="en-US" kern="0" dirty="0"/>
              <a:t>System Prompt:</a:t>
            </a:r>
          </a:p>
          <a:p>
            <a:pPr marL="152400" indent="0">
              <a:buFont typeface="Montserrat Medium"/>
              <a:buNone/>
            </a:pPr>
            <a:r>
              <a:rPr lang="en-US" kern="0" dirty="0"/>
              <a:t>"You are a careful literary </a:t>
            </a:r>
            <a:r>
              <a:rPr lang="en-US" kern="0" dirty="0" err="1"/>
              <a:t>reteller</a:t>
            </a:r>
            <a:r>
              <a:rPr lang="en-US" kern="0" dirty="0"/>
              <a:t>. "</a:t>
            </a:r>
          </a:p>
          <a:p>
            <a:pPr marL="152400" indent="0">
              <a:buFont typeface="Montserrat Medium"/>
              <a:buNone/>
            </a:pPr>
            <a:r>
              <a:rPr lang="en-US" kern="0" dirty="0"/>
              <a:t>    "Retell stories in modern English while preserving characters and the sequence of key events. "</a:t>
            </a:r>
          </a:p>
          <a:p>
            <a:pPr marL="152400" indent="0">
              <a:buFont typeface="Montserrat Medium"/>
              <a:buNone/>
            </a:pPr>
            <a:r>
              <a:rPr lang="en-US" kern="0" dirty="0"/>
              <a:t>    "Do not add commentary, explanations, headings, or bullet points. Output only the retold story."</a:t>
            </a:r>
          </a:p>
          <a:p>
            <a:pPr marL="152400" indent="0">
              <a:buFont typeface="Montserrat Medium"/>
              <a:buNone/>
            </a:pPr>
            <a:endParaRPr lang="en-US" kern="0" dirty="0"/>
          </a:p>
          <a:p>
            <a:pPr marL="152400" indent="0">
              <a:buFont typeface="Montserrat Medium"/>
              <a:buNone/>
            </a:pPr>
            <a:r>
              <a:rPr lang="en-US" kern="0" dirty="0"/>
              <a:t>Task:</a:t>
            </a:r>
          </a:p>
          <a:p>
            <a:pPr marL="152400" indent="0">
              <a:buFont typeface="Montserrat Medium"/>
              <a:buNone/>
            </a:pPr>
            <a:r>
              <a:rPr lang="en-US" kern="0" dirty="0"/>
              <a:t>Retell the story below in modern English while preserving the main characters and the sequence of key events.</a:t>
            </a:r>
          </a:p>
          <a:p>
            <a:pPr marL="152400" indent="0">
              <a:buFont typeface="Montserrat Medium"/>
              <a:buNone/>
            </a:pPr>
            <a:r>
              <a:rPr lang="en-US" kern="0" dirty="0"/>
              <a:t>Keep the cultural setting and narrative flavor consistent with its origin culture.</a:t>
            </a:r>
          </a:p>
          <a:p>
            <a:pPr marL="152400" indent="0">
              <a:buFont typeface="Montserrat Medium"/>
              <a:buNone/>
            </a:pPr>
            <a:r>
              <a:rPr lang="en-US" kern="0" dirty="0"/>
              <a:t>Keep length roughly similar to the original (±20%).</a:t>
            </a:r>
          </a:p>
          <a:p>
            <a:pPr marL="152400" indent="0">
              <a:buFont typeface="Montserrat Medium"/>
              <a:buNone/>
            </a:pPr>
            <a:r>
              <a:rPr lang="en-US" kern="0" dirty="0"/>
              <a:t>Avoid summarizing: keep the events.</a:t>
            </a:r>
          </a:p>
          <a:p>
            <a:pPr marL="152400" indent="0">
              <a:buFont typeface="Montserrat Medium"/>
              <a:buNone/>
            </a:pPr>
            <a:br>
              <a:rPr lang="en-US" kern="0" dirty="0"/>
            </a:br>
            <a:endParaRPr lang="en-US" kern="0" dirty="0"/>
          </a:p>
          <a:p>
            <a:pPr marL="152400" indent="0">
              <a:buFont typeface="Montserrat Medium"/>
              <a:buNone/>
            </a:pPr>
            <a:r>
              <a:rPr lang="en-US" kern="0" dirty="0"/>
              <a:t>Output format:</a:t>
            </a:r>
          </a:p>
          <a:p>
            <a:pPr marL="152400" indent="0">
              <a:buFont typeface="Montserrat Medium"/>
              <a:buNone/>
            </a:pPr>
            <a:r>
              <a:rPr lang="en-US" kern="0" dirty="0"/>
              <a:t>- Output ONLY the retold story text (no analysis).</a:t>
            </a:r>
          </a:p>
          <a:p>
            <a:pPr marL="152400" indent="0">
              <a:buFont typeface="Montserrat Medium"/>
              <a:buNone/>
            </a:pPr>
            <a:r>
              <a:rPr lang="en-US" kern="0" dirty="0"/>
              <a:t>- Do NOT include the original story.</a:t>
            </a:r>
          </a:p>
        </p:txBody>
      </p:sp>
      <p:sp>
        <p:nvSpPr>
          <p:cNvPr id="19" name="Google Shape;280;p21">
            <a:extLst>
              <a:ext uri="{FF2B5EF4-FFF2-40B4-BE49-F238E27FC236}">
                <a16:creationId xmlns:a16="http://schemas.microsoft.com/office/drawing/2014/main" id="{BED746EC-4B98-F22B-C753-65789FB98D79}"/>
              </a:ext>
            </a:extLst>
          </p:cNvPr>
          <p:cNvSpPr/>
          <p:nvPr/>
        </p:nvSpPr>
        <p:spPr>
          <a:xfrm>
            <a:off x="601255" y="1267206"/>
            <a:ext cx="4935253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82;p21">
            <a:extLst>
              <a:ext uri="{FF2B5EF4-FFF2-40B4-BE49-F238E27FC236}">
                <a16:creationId xmlns:a16="http://schemas.microsoft.com/office/drawing/2014/main" id="{808F48D5-70C5-4A58-973A-9AC94F7ABACF}"/>
              </a:ext>
            </a:extLst>
          </p:cNvPr>
          <p:cNvSpPr txBox="1"/>
          <p:nvPr/>
        </p:nvSpPr>
        <p:spPr>
          <a:xfrm>
            <a:off x="601253" y="1308906"/>
            <a:ext cx="4935255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200"/>
            </a:pPr>
            <a:r>
              <a:rPr lang="en" sz="1600" b="1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Same Culture narrative generation prompt</a:t>
            </a:r>
            <a:endParaRPr sz="1600" b="1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" name="Google Shape;281;p21">
            <a:extLst>
              <a:ext uri="{FF2B5EF4-FFF2-40B4-BE49-F238E27FC236}">
                <a16:creationId xmlns:a16="http://schemas.microsoft.com/office/drawing/2014/main" id="{0D55E5BE-3139-5778-51BE-B0811C90A6BE}"/>
              </a:ext>
            </a:extLst>
          </p:cNvPr>
          <p:cNvSpPr/>
          <p:nvPr/>
        </p:nvSpPr>
        <p:spPr>
          <a:xfrm>
            <a:off x="490255" y="1455096"/>
            <a:ext cx="222000" cy="222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170F3382-CB6E-9CDA-744F-1B92E701A034}"/>
              </a:ext>
            </a:extLst>
          </p:cNvPr>
          <p:cNvSpPr txBox="1">
            <a:spLocks/>
          </p:cNvSpPr>
          <p:nvPr/>
        </p:nvSpPr>
        <p:spPr>
          <a:xfrm>
            <a:off x="501046" y="2023222"/>
            <a:ext cx="2640904" cy="39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152400" indent="0">
              <a:buFont typeface="Montserrat Medium"/>
              <a:buNone/>
            </a:pPr>
            <a:endParaRPr lang="en-US" sz="1400" kern="0" dirty="0"/>
          </a:p>
        </p:txBody>
      </p:sp>
      <p:sp>
        <p:nvSpPr>
          <p:cNvPr id="23" name="Google Shape;280;p21">
            <a:extLst>
              <a:ext uri="{FF2B5EF4-FFF2-40B4-BE49-F238E27FC236}">
                <a16:creationId xmlns:a16="http://schemas.microsoft.com/office/drawing/2014/main" id="{5E2634FF-970C-391E-E032-7D8616C0272A}"/>
              </a:ext>
            </a:extLst>
          </p:cNvPr>
          <p:cNvSpPr/>
          <p:nvPr/>
        </p:nvSpPr>
        <p:spPr>
          <a:xfrm>
            <a:off x="8510239" y="1267206"/>
            <a:ext cx="2291307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Google Shape;282;p21">
            <a:extLst>
              <a:ext uri="{FF2B5EF4-FFF2-40B4-BE49-F238E27FC236}">
                <a16:creationId xmlns:a16="http://schemas.microsoft.com/office/drawing/2014/main" id="{5462789E-6465-7D3B-B9DE-C9DE519782AA}"/>
              </a:ext>
            </a:extLst>
          </p:cNvPr>
          <p:cNvSpPr txBox="1"/>
          <p:nvPr/>
        </p:nvSpPr>
        <p:spPr>
          <a:xfrm>
            <a:off x="8510238" y="1308906"/>
            <a:ext cx="2291308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200"/>
            </a:pPr>
            <a:r>
              <a:rPr lang="en" sz="1600" b="1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Output</a:t>
            </a:r>
            <a:endParaRPr sz="1600" b="1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" name="Google Shape;281;p21">
            <a:extLst>
              <a:ext uri="{FF2B5EF4-FFF2-40B4-BE49-F238E27FC236}">
                <a16:creationId xmlns:a16="http://schemas.microsoft.com/office/drawing/2014/main" id="{7D579757-3B27-D4F0-E3C8-1587D9B556CF}"/>
              </a:ext>
            </a:extLst>
          </p:cNvPr>
          <p:cNvSpPr/>
          <p:nvPr/>
        </p:nvSpPr>
        <p:spPr>
          <a:xfrm>
            <a:off x="8399239" y="1455096"/>
            <a:ext cx="222000" cy="2220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DCCCE3B3-7785-C920-EC86-4899FA340894}"/>
              </a:ext>
            </a:extLst>
          </p:cNvPr>
          <p:cNvSpPr txBox="1">
            <a:spLocks/>
          </p:cNvSpPr>
          <p:nvPr/>
        </p:nvSpPr>
        <p:spPr>
          <a:xfrm>
            <a:off x="8399239" y="2010695"/>
            <a:ext cx="2640904" cy="103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152400" indent="0">
              <a:buFont typeface="Montserrat Medium"/>
              <a:buNone/>
            </a:pPr>
            <a:r>
              <a:rPr lang="en-US" sz="1400" kern="0" dirty="0"/>
              <a:t>10 txt files per culture</a:t>
            </a:r>
          </a:p>
          <a:p>
            <a:pPr marL="152400" indent="0">
              <a:buFont typeface="Montserrat Medium"/>
              <a:buNone/>
            </a:pPr>
            <a:endParaRPr lang="en-US" sz="1400" kern="0" dirty="0"/>
          </a:p>
          <a:p>
            <a:pPr marL="152400" indent="0">
              <a:buFont typeface="Montserrat Medium"/>
              <a:buNone/>
            </a:pPr>
            <a:r>
              <a:rPr lang="en-US" sz="1400" kern="0" dirty="0"/>
              <a:t>Story IDs as name</a:t>
            </a:r>
          </a:p>
        </p:txBody>
      </p:sp>
      <p:sp>
        <p:nvSpPr>
          <p:cNvPr id="27" name="Google Shape;280;p21">
            <a:extLst>
              <a:ext uri="{FF2B5EF4-FFF2-40B4-BE49-F238E27FC236}">
                <a16:creationId xmlns:a16="http://schemas.microsoft.com/office/drawing/2014/main" id="{E227F959-75D4-91AD-0CBC-1197401E7298}"/>
              </a:ext>
            </a:extLst>
          </p:cNvPr>
          <p:cNvSpPr/>
          <p:nvPr/>
        </p:nvSpPr>
        <p:spPr>
          <a:xfrm>
            <a:off x="5816949" y="1267206"/>
            <a:ext cx="2291307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282;p21">
            <a:extLst>
              <a:ext uri="{FF2B5EF4-FFF2-40B4-BE49-F238E27FC236}">
                <a16:creationId xmlns:a16="http://schemas.microsoft.com/office/drawing/2014/main" id="{E0B77DFF-C4FC-8FA3-DC57-3EF7F1E4C3FD}"/>
              </a:ext>
            </a:extLst>
          </p:cNvPr>
          <p:cNvSpPr txBox="1"/>
          <p:nvPr/>
        </p:nvSpPr>
        <p:spPr>
          <a:xfrm>
            <a:off x="5816948" y="1308906"/>
            <a:ext cx="2291308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200"/>
            </a:pPr>
            <a:r>
              <a:rPr lang="en" sz="1600" b="1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LLM Model</a:t>
            </a:r>
            <a:endParaRPr sz="1600" b="1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" name="Google Shape;281;p21">
            <a:extLst>
              <a:ext uri="{FF2B5EF4-FFF2-40B4-BE49-F238E27FC236}">
                <a16:creationId xmlns:a16="http://schemas.microsoft.com/office/drawing/2014/main" id="{6302F614-DF14-6E88-6B8F-A5601A56211B}"/>
              </a:ext>
            </a:extLst>
          </p:cNvPr>
          <p:cNvSpPr/>
          <p:nvPr/>
        </p:nvSpPr>
        <p:spPr>
          <a:xfrm>
            <a:off x="5705949" y="1455096"/>
            <a:ext cx="222000" cy="22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" name="Content Placeholder 8">
            <a:extLst>
              <a:ext uri="{FF2B5EF4-FFF2-40B4-BE49-F238E27FC236}">
                <a16:creationId xmlns:a16="http://schemas.microsoft.com/office/drawing/2014/main" id="{EF0D55FF-D736-356D-0B05-070254960BA6}"/>
              </a:ext>
            </a:extLst>
          </p:cNvPr>
          <p:cNvSpPr txBox="1">
            <a:spLocks/>
          </p:cNvSpPr>
          <p:nvPr/>
        </p:nvSpPr>
        <p:spPr>
          <a:xfrm>
            <a:off x="5716740" y="2023222"/>
            <a:ext cx="2640904" cy="39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152400" indent="0">
              <a:buFont typeface="Montserrat Medium"/>
              <a:buNone/>
            </a:pPr>
            <a:r>
              <a:rPr lang="en-US" sz="1400" kern="0" dirty="0"/>
              <a:t>Chat GPT: gpt-4.1-mini</a:t>
            </a:r>
          </a:p>
        </p:txBody>
      </p:sp>
    </p:spTree>
    <p:extLst>
      <p:ext uri="{BB962C8B-B14F-4D97-AF65-F5344CB8AC3E}">
        <p14:creationId xmlns:p14="http://schemas.microsoft.com/office/powerpoint/2010/main" val="2718006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FE90D-C1E2-878C-1ECB-635546B2B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2;p18">
            <a:extLst>
              <a:ext uri="{FF2B5EF4-FFF2-40B4-BE49-F238E27FC236}">
                <a16:creationId xmlns:a16="http://schemas.microsoft.com/office/drawing/2014/main" id="{43ACEF6D-B53C-DBB9-996F-5E6E8F517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549275"/>
            <a:ext cx="10985500" cy="7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l" defTabSz="1219170">
              <a:buClr>
                <a:srgbClr val="000000"/>
              </a:buClr>
              <a:buSzPts val="1800"/>
            </a:pPr>
            <a:r>
              <a:rPr lang="en-US" sz="2400" dirty="0"/>
              <a:t>Ask LLMs to generate the stories in the </a:t>
            </a:r>
            <a:r>
              <a:rPr lang="en-US" sz="2400" dirty="0">
                <a:solidFill>
                  <a:schemeClr val="tx1"/>
                </a:solidFill>
              </a:rPr>
              <a:t>same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cross</a:t>
            </a:r>
            <a:r>
              <a:rPr lang="en-US" sz="2400" dirty="0"/>
              <a:t> culture</a:t>
            </a:r>
          </a:p>
          <a:p>
            <a:pPr algn="ctr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" name="Google Shape;280;p21">
            <a:extLst>
              <a:ext uri="{FF2B5EF4-FFF2-40B4-BE49-F238E27FC236}">
                <a16:creationId xmlns:a16="http://schemas.microsoft.com/office/drawing/2014/main" id="{12683D48-E364-8BFC-3DA5-6D214C79A1B9}"/>
              </a:ext>
            </a:extLst>
          </p:cNvPr>
          <p:cNvSpPr/>
          <p:nvPr/>
        </p:nvSpPr>
        <p:spPr>
          <a:xfrm>
            <a:off x="601255" y="1267206"/>
            <a:ext cx="4935253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81;p21">
            <a:extLst>
              <a:ext uri="{FF2B5EF4-FFF2-40B4-BE49-F238E27FC236}">
                <a16:creationId xmlns:a16="http://schemas.microsoft.com/office/drawing/2014/main" id="{D25A137D-948A-8CDB-D93F-B99DAFA2BC68}"/>
              </a:ext>
            </a:extLst>
          </p:cNvPr>
          <p:cNvSpPr/>
          <p:nvPr/>
        </p:nvSpPr>
        <p:spPr>
          <a:xfrm>
            <a:off x="490255" y="1455096"/>
            <a:ext cx="222000" cy="222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FE8EAC7D-D5AD-C749-D210-C6BE347667D9}"/>
              </a:ext>
            </a:extLst>
          </p:cNvPr>
          <p:cNvSpPr txBox="1">
            <a:spLocks/>
          </p:cNvSpPr>
          <p:nvPr/>
        </p:nvSpPr>
        <p:spPr>
          <a:xfrm>
            <a:off x="501046" y="2023222"/>
            <a:ext cx="2640904" cy="39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152400" indent="0">
              <a:buFont typeface="Montserrat Medium"/>
              <a:buNone/>
            </a:pPr>
            <a:endParaRPr lang="en-US" sz="1400" kern="0" dirty="0"/>
          </a:p>
        </p:txBody>
      </p:sp>
      <p:sp>
        <p:nvSpPr>
          <p:cNvPr id="23" name="Google Shape;280;p21">
            <a:extLst>
              <a:ext uri="{FF2B5EF4-FFF2-40B4-BE49-F238E27FC236}">
                <a16:creationId xmlns:a16="http://schemas.microsoft.com/office/drawing/2014/main" id="{130E776F-EB65-1347-0F8A-9A667811C55F}"/>
              </a:ext>
            </a:extLst>
          </p:cNvPr>
          <p:cNvSpPr/>
          <p:nvPr/>
        </p:nvSpPr>
        <p:spPr>
          <a:xfrm>
            <a:off x="8510239" y="1267206"/>
            <a:ext cx="2291307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Google Shape;282;p21">
            <a:extLst>
              <a:ext uri="{FF2B5EF4-FFF2-40B4-BE49-F238E27FC236}">
                <a16:creationId xmlns:a16="http://schemas.microsoft.com/office/drawing/2014/main" id="{95E91844-71DA-C246-B07C-C96E54C1B411}"/>
              </a:ext>
            </a:extLst>
          </p:cNvPr>
          <p:cNvSpPr txBox="1"/>
          <p:nvPr/>
        </p:nvSpPr>
        <p:spPr>
          <a:xfrm>
            <a:off x="8510238" y="1308906"/>
            <a:ext cx="2291308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200"/>
            </a:pPr>
            <a:r>
              <a:rPr lang="en" sz="1600" b="1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Output</a:t>
            </a:r>
            <a:endParaRPr sz="1600" b="1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" name="Google Shape;281;p21">
            <a:extLst>
              <a:ext uri="{FF2B5EF4-FFF2-40B4-BE49-F238E27FC236}">
                <a16:creationId xmlns:a16="http://schemas.microsoft.com/office/drawing/2014/main" id="{3ED780C2-C088-D539-DC34-72DE7A15C2DE}"/>
              </a:ext>
            </a:extLst>
          </p:cNvPr>
          <p:cNvSpPr/>
          <p:nvPr/>
        </p:nvSpPr>
        <p:spPr>
          <a:xfrm>
            <a:off x="8399239" y="1455096"/>
            <a:ext cx="222000" cy="2220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2D4D25B5-5D32-89E1-A08A-63216618BAA0}"/>
              </a:ext>
            </a:extLst>
          </p:cNvPr>
          <p:cNvSpPr txBox="1">
            <a:spLocks/>
          </p:cNvSpPr>
          <p:nvPr/>
        </p:nvSpPr>
        <p:spPr>
          <a:xfrm>
            <a:off x="8399239" y="2010695"/>
            <a:ext cx="2640904" cy="103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152400" indent="0">
              <a:buFont typeface="Montserrat Medium"/>
              <a:buNone/>
            </a:pPr>
            <a:r>
              <a:rPr lang="en-US" sz="1400" kern="0" dirty="0"/>
              <a:t>10 txt files per culture</a:t>
            </a:r>
          </a:p>
          <a:p>
            <a:pPr marL="152400" indent="0">
              <a:buFont typeface="Montserrat Medium"/>
              <a:buNone/>
            </a:pPr>
            <a:endParaRPr lang="en-US" sz="1400" kern="0" dirty="0"/>
          </a:p>
          <a:p>
            <a:pPr marL="152400" indent="0">
              <a:buFont typeface="Montserrat Medium"/>
              <a:buNone/>
            </a:pPr>
            <a:r>
              <a:rPr lang="en-US" sz="1400" kern="0" dirty="0"/>
              <a:t>Story IDs as name</a:t>
            </a:r>
          </a:p>
        </p:txBody>
      </p:sp>
      <p:sp>
        <p:nvSpPr>
          <p:cNvPr id="27" name="Google Shape;280;p21">
            <a:extLst>
              <a:ext uri="{FF2B5EF4-FFF2-40B4-BE49-F238E27FC236}">
                <a16:creationId xmlns:a16="http://schemas.microsoft.com/office/drawing/2014/main" id="{946DC889-3CE5-585F-D43C-AE79C8B6C522}"/>
              </a:ext>
            </a:extLst>
          </p:cNvPr>
          <p:cNvSpPr/>
          <p:nvPr/>
        </p:nvSpPr>
        <p:spPr>
          <a:xfrm>
            <a:off x="5816949" y="1267206"/>
            <a:ext cx="2291307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282;p21">
            <a:extLst>
              <a:ext uri="{FF2B5EF4-FFF2-40B4-BE49-F238E27FC236}">
                <a16:creationId xmlns:a16="http://schemas.microsoft.com/office/drawing/2014/main" id="{CFE804A5-DA50-05CC-6F59-80464C5FB70F}"/>
              </a:ext>
            </a:extLst>
          </p:cNvPr>
          <p:cNvSpPr txBox="1"/>
          <p:nvPr/>
        </p:nvSpPr>
        <p:spPr>
          <a:xfrm>
            <a:off x="5816948" y="1308906"/>
            <a:ext cx="2291308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200"/>
            </a:pPr>
            <a:r>
              <a:rPr lang="en" sz="1600" b="1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LLM Model</a:t>
            </a:r>
            <a:endParaRPr sz="1600" b="1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" name="Google Shape;281;p21">
            <a:extLst>
              <a:ext uri="{FF2B5EF4-FFF2-40B4-BE49-F238E27FC236}">
                <a16:creationId xmlns:a16="http://schemas.microsoft.com/office/drawing/2014/main" id="{6DBEBE72-3FE8-4778-930F-CF4F11A6BD47}"/>
              </a:ext>
            </a:extLst>
          </p:cNvPr>
          <p:cNvSpPr/>
          <p:nvPr/>
        </p:nvSpPr>
        <p:spPr>
          <a:xfrm>
            <a:off x="5705949" y="1455096"/>
            <a:ext cx="222000" cy="22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" name="Content Placeholder 8">
            <a:extLst>
              <a:ext uri="{FF2B5EF4-FFF2-40B4-BE49-F238E27FC236}">
                <a16:creationId xmlns:a16="http://schemas.microsoft.com/office/drawing/2014/main" id="{55866F14-6A8C-82E4-FE77-6EFC0592621B}"/>
              </a:ext>
            </a:extLst>
          </p:cNvPr>
          <p:cNvSpPr txBox="1">
            <a:spLocks/>
          </p:cNvSpPr>
          <p:nvPr/>
        </p:nvSpPr>
        <p:spPr>
          <a:xfrm>
            <a:off x="5716740" y="2023222"/>
            <a:ext cx="2640904" cy="39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152400" indent="0">
              <a:buFont typeface="Montserrat Medium"/>
              <a:buNone/>
            </a:pPr>
            <a:r>
              <a:rPr lang="en-US" sz="1400" kern="0" dirty="0"/>
              <a:t>Chat GPT: gpt-4.1-mini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E4ED30-CD7F-D33D-6BE0-DE96118A1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4" y="2025471"/>
            <a:ext cx="5073892" cy="4431891"/>
          </a:xfrm>
        </p:spPr>
        <p:txBody>
          <a:bodyPr/>
          <a:lstStyle/>
          <a:p>
            <a:pPr marL="152400" indent="0">
              <a:buNone/>
            </a:pPr>
            <a:r>
              <a:rPr lang="en-US" dirty="0"/>
              <a:t>System Prompt:</a:t>
            </a:r>
          </a:p>
          <a:p>
            <a:pPr marL="152400" indent="0">
              <a:buNone/>
            </a:pPr>
            <a:r>
              <a:rPr lang="en-US" dirty="0"/>
              <a:t>You are a careful literary </a:t>
            </a:r>
            <a:r>
              <a:rPr lang="en-US" dirty="0" err="1"/>
              <a:t>reteller</a:t>
            </a:r>
            <a:r>
              <a:rPr lang="en-US" dirty="0"/>
              <a:t> adapting stories across cultures.</a:t>
            </a:r>
          </a:p>
          <a:p>
            <a:pPr marL="152400" indent="0">
              <a:buNone/>
            </a:pPr>
            <a:r>
              <a:rPr lang="en-US" dirty="0"/>
              <a:t>Always write the output </a:t>
            </a:r>
            <a:r>
              <a:rPr lang="en-US" b="1" dirty="0"/>
              <a:t>in English only Do not switch languages.</a:t>
            </a:r>
          </a:p>
          <a:p>
            <a:pPr marL="152400" indent="0">
              <a:buNone/>
            </a:pPr>
            <a:r>
              <a:rPr lang="en-US" dirty="0"/>
              <a:t>Preserve the main sequence of events, main characters, and causal structure.</a:t>
            </a:r>
          </a:p>
          <a:p>
            <a:pPr marL="152400" indent="0">
              <a:buNone/>
            </a:pPr>
            <a:r>
              <a:rPr lang="en-US" dirty="0"/>
              <a:t>Adapt setting, imagery, symbols, and cultural references to the target culture.</a:t>
            </a:r>
          </a:p>
          <a:p>
            <a:pPr marL="152400" indent="0">
              <a:buNone/>
            </a:pPr>
            <a:r>
              <a:rPr lang="en-US" dirty="0"/>
              <a:t>Keep the retelling close in length to the original.</a:t>
            </a:r>
          </a:p>
          <a:p>
            <a:pPr marL="152400" indent="0">
              <a:buNone/>
            </a:pPr>
            <a:r>
              <a:rPr lang="en-US" dirty="0"/>
              <a:t>Output only the retold story text.</a:t>
            </a:r>
          </a:p>
          <a:p>
            <a:pPr marL="152400" indent="0">
              <a:buNone/>
            </a:pPr>
            <a:r>
              <a:rPr lang="en-US" dirty="0"/>
              <a:t>Task:</a:t>
            </a:r>
            <a:br>
              <a:rPr lang="en-US" dirty="0"/>
            </a:br>
            <a:r>
              <a:rPr lang="en-US" dirty="0"/>
              <a:t>"Retell the following story as if it originated in </a:t>
            </a:r>
            <a:r>
              <a:rPr lang="en-US" b="1" u="sng" dirty="0"/>
              <a:t>target culture</a:t>
            </a:r>
            <a:r>
              <a:rPr lang="en-US" u="sng" dirty="0"/>
              <a:t> </a:t>
            </a:r>
            <a:r>
              <a:rPr lang="en-US" dirty="0"/>
              <a:t>folklore.</a:t>
            </a:r>
          </a:p>
          <a:p>
            <a:pPr marL="152400" indent="0">
              <a:buNone/>
            </a:pPr>
            <a:r>
              <a:rPr lang="en-US" dirty="0"/>
              <a:t>Important constraints:</a:t>
            </a:r>
          </a:p>
          <a:p>
            <a:pPr marL="152400" indent="0">
              <a:buNone/>
            </a:pPr>
            <a:r>
              <a:rPr lang="en-US" dirty="0"/>
              <a:t>- Preserve the main sequence of events.</a:t>
            </a:r>
          </a:p>
          <a:p>
            <a:pPr marL="152400" indent="0">
              <a:buNone/>
            </a:pPr>
            <a:r>
              <a:rPr lang="en-US" dirty="0"/>
              <a:t>- Preserve the main characters and causal structure.</a:t>
            </a:r>
          </a:p>
          <a:p>
            <a:pPr marL="152400" indent="0">
              <a:buNone/>
            </a:pPr>
            <a:r>
              <a:rPr lang="en-US" dirty="0"/>
              <a:t>- Write the entire retelling in English only.</a:t>
            </a:r>
          </a:p>
          <a:p>
            <a:pPr marL="152400" indent="0">
              <a:buNone/>
            </a:pPr>
            <a:r>
              <a:rPr lang="en-US" dirty="0"/>
              <a:t>- Adapt the setting, imagery, symbols, and cultural references so the story feels natural in target culture folklore.</a:t>
            </a:r>
          </a:p>
          <a:p>
            <a:pPr marL="152400" indent="0">
              <a:buNone/>
            </a:pPr>
            <a:r>
              <a:rPr lang="en-US" dirty="0"/>
              <a:t>- Keep the retelling roughly the same length as the original (±20%).</a:t>
            </a:r>
          </a:p>
          <a:p>
            <a:pPr marL="152400" indent="0">
              <a:buNone/>
            </a:pPr>
            <a:r>
              <a:rPr lang="en-US" dirty="0"/>
              <a:t>- Output only the retold story text.</a:t>
            </a:r>
          </a:p>
          <a:p>
            <a:pPr marL="152400" indent="0">
              <a:buNone/>
            </a:pPr>
            <a:endParaRPr lang="en-US" dirty="0"/>
          </a:p>
        </p:txBody>
      </p:sp>
      <p:sp>
        <p:nvSpPr>
          <p:cNvPr id="2" name="Google Shape;280;p21">
            <a:extLst>
              <a:ext uri="{FF2B5EF4-FFF2-40B4-BE49-F238E27FC236}">
                <a16:creationId xmlns:a16="http://schemas.microsoft.com/office/drawing/2014/main" id="{27B4C526-BD1B-7019-7748-969BDBD4DC3A}"/>
              </a:ext>
            </a:extLst>
          </p:cNvPr>
          <p:cNvSpPr/>
          <p:nvPr/>
        </p:nvSpPr>
        <p:spPr>
          <a:xfrm>
            <a:off x="5756497" y="4071456"/>
            <a:ext cx="5073890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282;p21">
            <a:extLst>
              <a:ext uri="{FF2B5EF4-FFF2-40B4-BE49-F238E27FC236}">
                <a16:creationId xmlns:a16="http://schemas.microsoft.com/office/drawing/2014/main" id="{25A9AEC3-05C6-44B0-A320-B51DA9109AA8}"/>
              </a:ext>
            </a:extLst>
          </p:cNvPr>
          <p:cNvSpPr txBox="1"/>
          <p:nvPr/>
        </p:nvSpPr>
        <p:spPr>
          <a:xfrm>
            <a:off x="5756496" y="4113156"/>
            <a:ext cx="5073892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200"/>
            </a:pPr>
            <a:r>
              <a:rPr lang="en-US" sz="1600" b="1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</a:t>
            </a:r>
            <a:r>
              <a:rPr lang="en" sz="1600" b="1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 target culture by defining culture map</a:t>
            </a:r>
            <a:endParaRPr sz="1600" b="1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" name="Google Shape;281;p21">
            <a:extLst>
              <a:ext uri="{FF2B5EF4-FFF2-40B4-BE49-F238E27FC236}">
                <a16:creationId xmlns:a16="http://schemas.microsoft.com/office/drawing/2014/main" id="{4D70909E-9A24-0692-FEFF-9A73F3BF3A78}"/>
              </a:ext>
            </a:extLst>
          </p:cNvPr>
          <p:cNvSpPr/>
          <p:nvPr/>
        </p:nvSpPr>
        <p:spPr>
          <a:xfrm>
            <a:off x="5645497" y="4300566"/>
            <a:ext cx="222000" cy="22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CEFA9F-A239-66A0-18BA-802B6AAFE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354174"/>
              </p:ext>
            </p:extLst>
          </p:nvPr>
        </p:nvGraphicFramePr>
        <p:xfrm>
          <a:off x="5927948" y="4939566"/>
          <a:ext cx="4942608" cy="1483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71304">
                  <a:extLst>
                    <a:ext uri="{9D8B030D-6E8A-4147-A177-3AD203B41FA5}">
                      <a16:colId xmlns:a16="http://schemas.microsoft.com/office/drawing/2014/main" val="1778104964"/>
                    </a:ext>
                  </a:extLst>
                </a:gridCol>
                <a:gridCol w="2471304">
                  <a:extLst>
                    <a:ext uri="{9D8B030D-6E8A-4147-A177-3AD203B41FA5}">
                      <a16:colId xmlns:a16="http://schemas.microsoft.com/office/drawing/2014/main" val="22464254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617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German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Persian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725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Persian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Native American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91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Native American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German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742078"/>
                  </a:ext>
                </a:extLst>
              </a:tr>
            </a:tbl>
          </a:graphicData>
        </a:graphic>
      </p:graphicFrame>
      <p:sp>
        <p:nvSpPr>
          <p:cNvPr id="12" name="Google Shape;282;p21">
            <a:extLst>
              <a:ext uri="{FF2B5EF4-FFF2-40B4-BE49-F238E27FC236}">
                <a16:creationId xmlns:a16="http://schemas.microsoft.com/office/drawing/2014/main" id="{62DA711B-0A65-19F4-C3C1-7F51C1CE9333}"/>
              </a:ext>
            </a:extLst>
          </p:cNvPr>
          <p:cNvSpPr txBox="1"/>
          <p:nvPr/>
        </p:nvSpPr>
        <p:spPr>
          <a:xfrm>
            <a:off x="601253" y="1308906"/>
            <a:ext cx="4935255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200"/>
            </a:pPr>
            <a:r>
              <a:rPr lang="en" sz="1600" b="1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Cross Culture narrative generation prompt</a:t>
            </a:r>
            <a:endParaRPr sz="1600" b="1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08643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F6A3EF5-BD38-7C14-4298-FA36EBD2F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>
            <a:extLst>
              <a:ext uri="{FF2B5EF4-FFF2-40B4-BE49-F238E27FC236}">
                <a16:creationId xmlns:a16="http://schemas.microsoft.com/office/drawing/2014/main" id="{4E08364F-6ECD-E571-8B2A-CD83DCA799C4}"/>
              </a:ext>
            </a:extLst>
          </p:cNvPr>
          <p:cNvSpPr/>
          <p:nvPr/>
        </p:nvSpPr>
        <p:spPr>
          <a:xfrm>
            <a:off x="81280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94FD0A78-3B62-CC2D-6C82-822FBB788C0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600" y="427108"/>
            <a:ext cx="10985500" cy="747713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Road Map</a:t>
            </a:r>
          </a:p>
        </p:txBody>
      </p:sp>
      <p:sp>
        <p:nvSpPr>
          <p:cNvPr id="116" name="Google Shape;116;p18">
            <a:extLst>
              <a:ext uri="{FF2B5EF4-FFF2-40B4-BE49-F238E27FC236}">
                <a16:creationId xmlns:a16="http://schemas.microsoft.com/office/drawing/2014/main" id="{9B9B7EAB-31C4-410C-BB70-5731F1C27B1B}"/>
              </a:ext>
            </a:extLst>
          </p:cNvPr>
          <p:cNvSpPr/>
          <p:nvPr/>
        </p:nvSpPr>
        <p:spPr>
          <a:xfrm>
            <a:off x="6096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6418BD82-F58C-96A6-BC6E-05095B83598A}"/>
              </a:ext>
            </a:extLst>
          </p:cNvPr>
          <p:cNvSpPr/>
          <p:nvPr/>
        </p:nvSpPr>
        <p:spPr>
          <a:xfrm>
            <a:off x="43688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9F5BAF30-47AF-3342-D419-E35352468D9D}"/>
              </a:ext>
            </a:extLst>
          </p:cNvPr>
          <p:cNvSpPr txBox="1"/>
          <p:nvPr/>
        </p:nvSpPr>
        <p:spPr>
          <a:xfrm>
            <a:off x="797540" y="2794692"/>
            <a:ext cx="307852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Define The Project Question and Methodology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0" name="Google Shape;120;p18">
            <a:extLst>
              <a:ext uri="{FF2B5EF4-FFF2-40B4-BE49-F238E27FC236}">
                <a16:creationId xmlns:a16="http://schemas.microsoft.com/office/drawing/2014/main" id="{78224236-9265-DE28-A152-30A94C7BDDBD}"/>
              </a:ext>
            </a:extLst>
          </p:cNvPr>
          <p:cNvSpPr txBox="1"/>
          <p:nvPr/>
        </p:nvSpPr>
        <p:spPr>
          <a:xfrm>
            <a:off x="4612600" y="2794692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/>
            <a:r>
              <a:rPr lang="en-US" sz="2400" dirty="0"/>
              <a:t>Choose the cultures and Collect the stories</a:t>
            </a:r>
          </a:p>
        </p:txBody>
      </p:sp>
      <p:sp>
        <p:nvSpPr>
          <p:cNvPr id="122" name="Google Shape;122;p18">
            <a:extLst>
              <a:ext uri="{FF2B5EF4-FFF2-40B4-BE49-F238E27FC236}">
                <a16:creationId xmlns:a16="http://schemas.microsoft.com/office/drawing/2014/main" id="{9329BC67-B8B0-73E7-630D-1281E6F40DB6}"/>
              </a:ext>
            </a:extLst>
          </p:cNvPr>
          <p:cNvSpPr txBox="1"/>
          <p:nvPr/>
        </p:nvSpPr>
        <p:spPr>
          <a:xfrm>
            <a:off x="8371800" y="3285885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Ask LLMs to generate the stories in the same and cross culture</a:t>
            </a:r>
          </a:p>
          <a:p>
            <a:pPr algn="ctr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8AC21111-3357-EA57-63FF-E0F0F6EED7D9}"/>
              </a:ext>
            </a:extLst>
          </p:cNvPr>
          <p:cNvSpPr/>
          <p:nvPr/>
        </p:nvSpPr>
        <p:spPr>
          <a:xfrm>
            <a:off x="2083251" y="1357300"/>
            <a:ext cx="507200" cy="50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18">
            <a:extLst>
              <a:ext uri="{FF2B5EF4-FFF2-40B4-BE49-F238E27FC236}">
                <a16:creationId xmlns:a16="http://schemas.microsoft.com/office/drawing/2014/main" id="{5D67596C-BF85-2769-3ACF-DE76EBE71946}"/>
              </a:ext>
            </a:extLst>
          </p:cNvPr>
          <p:cNvSpPr/>
          <p:nvPr/>
        </p:nvSpPr>
        <p:spPr>
          <a:xfrm>
            <a:off x="5842467" y="1331351"/>
            <a:ext cx="507200" cy="50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FFA2765F-4E52-4140-F30E-4295A0625CAA}"/>
              </a:ext>
            </a:extLst>
          </p:cNvPr>
          <p:cNvSpPr/>
          <p:nvPr/>
        </p:nvSpPr>
        <p:spPr>
          <a:xfrm>
            <a:off x="9601600" y="1331284"/>
            <a:ext cx="507200" cy="50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7" name="Google Shape;147;p18">
            <a:extLst>
              <a:ext uri="{FF2B5EF4-FFF2-40B4-BE49-F238E27FC236}">
                <a16:creationId xmlns:a16="http://schemas.microsoft.com/office/drawing/2014/main" id="{6ACDF5AC-5E5E-8395-0776-E717C0533886}"/>
              </a:ext>
            </a:extLst>
          </p:cNvPr>
          <p:cNvSpPr/>
          <p:nvPr/>
        </p:nvSpPr>
        <p:spPr>
          <a:xfrm>
            <a:off x="81280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8">
            <a:extLst>
              <a:ext uri="{FF2B5EF4-FFF2-40B4-BE49-F238E27FC236}">
                <a16:creationId xmlns:a16="http://schemas.microsoft.com/office/drawing/2014/main" id="{2632F39A-DC58-F9C1-B78C-937CABCBB592}"/>
              </a:ext>
            </a:extLst>
          </p:cNvPr>
          <p:cNvSpPr/>
          <p:nvPr/>
        </p:nvSpPr>
        <p:spPr>
          <a:xfrm>
            <a:off x="6096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8">
            <a:extLst>
              <a:ext uri="{FF2B5EF4-FFF2-40B4-BE49-F238E27FC236}">
                <a16:creationId xmlns:a16="http://schemas.microsoft.com/office/drawing/2014/main" id="{76BE4921-E76D-644D-EE03-04D023353E6D}"/>
              </a:ext>
            </a:extLst>
          </p:cNvPr>
          <p:cNvSpPr/>
          <p:nvPr/>
        </p:nvSpPr>
        <p:spPr>
          <a:xfrm>
            <a:off x="43688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3C4FB374-066A-C590-7979-5416C9DEFA33}"/>
              </a:ext>
            </a:extLst>
          </p:cNvPr>
          <p:cNvSpPr txBox="1"/>
          <p:nvPr/>
        </p:nvSpPr>
        <p:spPr>
          <a:xfrm>
            <a:off x="853400" y="5755717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Convert narratives into graphs with defined method</a:t>
            </a:r>
          </a:p>
          <a:p>
            <a:pPr algn="ctr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56B3F399-B909-0D0D-C014-C7F73E59014E}"/>
              </a:ext>
            </a:extLst>
          </p:cNvPr>
          <p:cNvSpPr txBox="1"/>
          <p:nvPr/>
        </p:nvSpPr>
        <p:spPr>
          <a:xfrm>
            <a:off x="4612600" y="5494877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Define Analyzing Methods and Metrics</a:t>
            </a:r>
          </a:p>
        </p:txBody>
      </p:sp>
      <p:sp>
        <p:nvSpPr>
          <p:cNvPr id="159" name="Google Shape;159;p18">
            <a:extLst>
              <a:ext uri="{FF2B5EF4-FFF2-40B4-BE49-F238E27FC236}">
                <a16:creationId xmlns:a16="http://schemas.microsoft.com/office/drawing/2014/main" id="{E1A2E60E-A9D5-534A-DD96-E1AD7D3C3AF0}"/>
              </a:ext>
            </a:extLst>
          </p:cNvPr>
          <p:cNvSpPr txBox="1"/>
          <p:nvPr/>
        </p:nvSpPr>
        <p:spPr>
          <a:xfrm>
            <a:off x="8003540" y="5755717"/>
            <a:ext cx="370332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Compare the graphs of human written and machine written stories</a:t>
            </a:r>
          </a:p>
          <a:p>
            <a:pPr algn="ctr" defTabSz="1219170">
              <a:buClr>
                <a:srgbClr val="000000"/>
              </a:buClr>
              <a:buSzPts val="1800"/>
            </a:pPr>
            <a:r>
              <a:rPr lang="en" sz="2133" kern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85ED8F2D-FFED-E84C-102E-C4C593BB2609}"/>
              </a:ext>
            </a:extLst>
          </p:cNvPr>
          <p:cNvSpPr/>
          <p:nvPr/>
        </p:nvSpPr>
        <p:spPr>
          <a:xfrm>
            <a:off x="2083251" y="3938500"/>
            <a:ext cx="507200" cy="50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A306E20E-C937-4769-72E6-C3815D2C056D}"/>
              </a:ext>
            </a:extLst>
          </p:cNvPr>
          <p:cNvSpPr/>
          <p:nvPr/>
        </p:nvSpPr>
        <p:spPr>
          <a:xfrm>
            <a:off x="5842467" y="3938517"/>
            <a:ext cx="507200" cy="50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369FDF09-475B-7C22-7B23-B0305F9BBDAF}"/>
              </a:ext>
            </a:extLst>
          </p:cNvPr>
          <p:cNvSpPr/>
          <p:nvPr/>
        </p:nvSpPr>
        <p:spPr>
          <a:xfrm>
            <a:off x="9601600" y="3938451"/>
            <a:ext cx="507200" cy="50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880886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55;p18">
            <a:extLst>
              <a:ext uri="{FF2B5EF4-FFF2-40B4-BE49-F238E27FC236}">
                <a16:creationId xmlns:a16="http://schemas.microsoft.com/office/drawing/2014/main" id="{0DDF0594-B833-5057-2B11-ADBDF39A01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549275"/>
            <a:ext cx="10985500" cy="7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l" defTabSz="1219170">
              <a:buClr>
                <a:srgbClr val="000000"/>
              </a:buClr>
              <a:buSzPts val="1800"/>
            </a:pPr>
            <a:r>
              <a:rPr lang="en-US" sz="2400" dirty="0"/>
              <a:t>Convert narratives into graphs with defined method</a:t>
            </a:r>
          </a:p>
          <a:p>
            <a:pPr algn="l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" name="Google Shape;280;p21">
            <a:extLst>
              <a:ext uri="{FF2B5EF4-FFF2-40B4-BE49-F238E27FC236}">
                <a16:creationId xmlns:a16="http://schemas.microsoft.com/office/drawing/2014/main" id="{57BC9000-5AC8-BFDA-05C5-9C5D26F505FD}"/>
              </a:ext>
            </a:extLst>
          </p:cNvPr>
          <p:cNvSpPr/>
          <p:nvPr/>
        </p:nvSpPr>
        <p:spPr>
          <a:xfrm>
            <a:off x="714250" y="1216122"/>
            <a:ext cx="4644331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282;p21">
            <a:extLst>
              <a:ext uri="{FF2B5EF4-FFF2-40B4-BE49-F238E27FC236}">
                <a16:creationId xmlns:a16="http://schemas.microsoft.com/office/drawing/2014/main" id="{736055F8-DEAA-F282-AB7A-B42CDD60CEB2}"/>
              </a:ext>
            </a:extLst>
          </p:cNvPr>
          <p:cNvSpPr txBox="1"/>
          <p:nvPr/>
        </p:nvSpPr>
        <p:spPr>
          <a:xfrm>
            <a:off x="714249" y="1257822"/>
            <a:ext cx="4556499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200"/>
            </a:pPr>
            <a:r>
              <a:rPr lang="en" sz="1600" b="1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Methods to convert narratives into graphs </a:t>
            </a:r>
            <a:endParaRPr sz="1600" b="1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" name="Google Shape;281;p21">
            <a:extLst>
              <a:ext uri="{FF2B5EF4-FFF2-40B4-BE49-F238E27FC236}">
                <a16:creationId xmlns:a16="http://schemas.microsoft.com/office/drawing/2014/main" id="{4E37D45C-9138-C285-173E-49E0C5E38D99}"/>
              </a:ext>
            </a:extLst>
          </p:cNvPr>
          <p:cNvSpPr/>
          <p:nvPr/>
        </p:nvSpPr>
        <p:spPr>
          <a:xfrm>
            <a:off x="603250" y="1404012"/>
            <a:ext cx="222000" cy="2220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B9B278F8-4DFD-FBB0-2058-867D10FF7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4" y="1940640"/>
            <a:ext cx="4757327" cy="180787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Named Entity Recognition (NER) + Relation Extraction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Coreference Resolution</a:t>
            </a:r>
          </a:p>
          <a:p>
            <a:r>
              <a:rPr lang="en-US" b="1" dirty="0">
                <a:solidFill>
                  <a:schemeClr val="tx1"/>
                </a:solidFill>
              </a:rPr>
              <a:t>Event Extraction / Event Graphs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Semantic Role Labeling (SRL)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Dependency Parsing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Knowledge Graph Construction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Character Interaction Networks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Discourse / Rhetorical Structure Trees → Graphs</a:t>
            </a:r>
          </a:p>
          <a:p>
            <a:r>
              <a:rPr lang="en-US" b="1" dirty="0">
                <a:solidFill>
                  <a:schemeClr val="tx1"/>
                </a:solidFill>
              </a:rPr>
              <a:t>LLM-based Extraction (Modern Approach)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B0ECCF-45B2-8327-02AF-8B2F03FDE8C6}"/>
              </a:ext>
            </a:extLst>
          </p:cNvPr>
          <p:cNvSpPr txBox="1"/>
          <p:nvPr/>
        </p:nvSpPr>
        <p:spPr>
          <a:xfrm>
            <a:off x="6361104" y="1331825"/>
            <a:ext cx="3981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Event Extraction / Event Graphs</a:t>
            </a:r>
          </a:p>
        </p:txBody>
      </p:sp>
      <p:sp>
        <p:nvSpPr>
          <p:cNvPr id="19" name="Google Shape;280;p21">
            <a:extLst>
              <a:ext uri="{FF2B5EF4-FFF2-40B4-BE49-F238E27FC236}">
                <a16:creationId xmlns:a16="http://schemas.microsoft.com/office/drawing/2014/main" id="{E402347E-5FEE-039A-B134-EB630F2CADF2}"/>
              </a:ext>
            </a:extLst>
          </p:cNvPr>
          <p:cNvSpPr/>
          <p:nvPr/>
        </p:nvSpPr>
        <p:spPr>
          <a:xfrm>
            <a:off x="6301469" y="1196991"/>
            <a:ext cx="5712199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81;p21">
            <a:extLst>
              <a:ext uri="{FF2B5EF4-FFF2-40B4-BE49-F238E27FC236}">
                <a16:creationId xmlns:a16="http://schemas.microsoft.com/office/drawing/2014/main" id="{DFA7CF78-9EB1-12F9-7E8E-E8D776CFB207}"/>
              </a:ext>
            </a:extLst>
          </p:cNvPr>
          <p:cNvSpPr/>
          <p:nvPr/>
        </p:nvSpPr>
        <p:spPr>
          <a:xfrm>
            <a:off x="6190470" y="1405491"/>
            <a:ext cx="222000" cy="222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78B5EA-9691-79FC-CD1F-1AF844E1ACD5}"/>
              </a:ext>
            </a:extLst>
          </p:cNvPr>
          <p:cNvSpPr txBox="1"/>
          <p:nvPr/>
        </p:nvSpPr>
        <p:spPr>
          <a:xfrm>
            <a:off x="6578109" y="2112838"/>
            <a:ext cx="2037521" cy="79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F02FC89C-D434-43DF-3E3E-FC4C68455B0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301469" y="2002572"/>
            <a:ext cx="496089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 events (who did what to whom, when, where) as nodes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events via temporal, causal, or participatory edges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Results in an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chain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story graph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214606B2-43FB-1B9C-D446-33A793CBC1CE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225118" y="1516491"/>
            <a:ext cx="4965352" cy="1031400"/>
          </a:xfrm>
          <a:prstGeom prst="bentConnector3">
            <a:avLst>
              <a:gd name="adj1" fmla="val 8558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FA2C507-67A2-283F-0149-69AC270D26AA}"/>
              </a:ext>
            </a:extLst>
          </p:cNvPr>
          <p:cNvSpPr txBox="1"/>
          <p:nvPr/>
        </p:nvSpPr>
        <p:spPr>
          <a:xfrm>
            <a:off x="6361104" y="3196767"/>
            <a:ext cx="5830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Event extraction using Subject-Verb-Object (SVO)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" name="Google Shape;280;p21">
            <a:extLst>
              <a:ext uri="{FF2B5EF4-FFF2-40B4-BE49-F238E27FC236}">
                <a16:creationId xmlns:a16="http://schemas.microsoft.com/office/drawing/2014/main" id="{869D4752-E493-DBF1-3070-C3E8D616032B}"/>
              </a:ext>
            </a:extLst>
          </p:cNvPr>
          <p:cNvSpPr/>
          <p:nvPr/>
        </p:nvSpPr>
        <p:spPr>
          <a:xfrm>
            <a:off x="6301469" y="3061933"/>
            <a:ext cx="5713549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Google Shape;281;p21">
            <a:extLst>
              <a:ext uri="{FF2B5EF4-FFF2-40B4-BE49-F238E27FC236}">
                <a16:creationId xmlns:a16="http://schemas.microsoft.com/office/drawing/2014/main" id="{9B11C81A-386F-402E-DC53-356F87E36F03}"/>
              </a:ext>
            </a:extLst>
          </p:cNvPr>
          <p:cNvSpPr/>
          <p:nvPr/>
        </p:nvSpPr>
        <p:spPr>
          <a:xfrm>
            <a:off x="6190470" y="3270433"/>
            <a:ext cx="222000" cy="222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631506-D37B-B1CF-20C5-23E61ABB967E}"/>
              </a:ext>
            </a:extLst>
          </p:cNvPr>
          <p:cNvSpPr txBox="1"/>
          <p:nvPr/>
        </p:nvSpPr>
        <p:spPr>
          <a:xfrm>
            <a:off x="6361104" y="3818352"/>
            <a:ext cx="565391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Subject:</a:t>
            </a:r>
            <a:r>
              <a:rPr lang="en-US" sz="1200" dirty="0"/>
              <a:t> The entity performing the action (e.g., agent, person, organization).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Verb:</a:t>
            </a:r>
            <a:r>
              <a:rPr lang="en-US" sz="1200" dirty="0"/>
              <a:t> The action or process, often acting as the event trigger.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Object:</a:t>
            </a:r>
            <a:r>
              <a:rPr lang="en-US" sz="1200" dirty="0"/>
              <a:t> The entity receiving the action, or the target/theme of the event.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Triple Generation:</a:t>
            </a:r>
            <a:r>
              <a:rPr lang="en-US" sz="1200" dirty="0"/>
              <a:t> (Subject, Verb, Object) tuples.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Event </a:t>
            </a:r>
            <a:r>
              <a:rPr lang="en-US" altLang="en-US" sz="1400" b="1" dirty="0">
                <a:sym typeface="Wingdings" panose="05000000000000000000" pitchFamily="2" charset="2"/>
              </a:rPr>
              <a:t> </a:t>
            </a:r>
            <a:r>
              <a:rPr lang="en-US" altLang="en-US" sz="1400" b="1" dirty="0"/>
              <a:t>Graph</a:t>
            </a:r>
            <a:r>
              <a:rPr lang="fa-IR" altLang="en-US" sz="1200" dirty="0"/>
              <a:t> </a:t>
            </a:r>
            <a:endParaRPr lang="en-US" altLang="en-US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/>
              <a:t>Nodes</a:t>
            </a:r>
            <a:r>
              <a:rPr lang="en-US" altLang="en-US" sz="1200" dirty="0"/>
              <a:t> = events (subject–verb–object)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/>
              <a:t>Edges</a:t>
            </a:r>
            <a:r>
              <a:rPr lang="en-US" altLang="en-US" sz="1200" dirty="0"/>
              <a:t> = temporal order </a:t>
            </a:r>
            <a:endParaRPr lang="fa-I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a-I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0487AF-5906-D1A4-0788-49F68EB38094}"/>
              </a:ext>
            </a:extLst>
          </p:cNvPr>
          <p:cNvSpPr txBox="1"/>
          <p:nvPr/>
        </p:nvSpPr>
        <p:spPr>
          <a:xfrm>
            <a:off x="773884" y="3878539"/>
            <a:ext cx="4739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0" name="Google Shape;280;p21">
            <a:extLst>
              <a:ext uri="{FF2B5EF4-FFF2-40B4-BE49-F238E27FC236}">
                <a16:creationId xmlns:a16="http://schemas.microsoft.com/office/drawing/2014/main" id="{7EBDAF66-BCCF-9887-7E78-390CA687642F}"/>
              </a:ext>
            </a:extLst>
          </p:cNvPr>
          <p:cNvSpPr/>
          <p:nvPr/>
        </p:nvSpPr>
        <p:spPr>
          <a:xfrm>
            <a:off x="714250" y="3743705"/>
            <a:ext cx="4644332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DFB51D-95ED-EA82-58D5-299E1E436CB6}"/>
              </a:ext>
            </a:extLst>
          </p:cNvPr>
          <p:cNvSpPr txBox="1"/>
          <p:nvPr/>
        </p:nvSpPr>
        <p:spPr>
          <a:xfrm>
            <a:off x="287698" y="4377893"/>
            <a:ext cx="55432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sent_id</a:t>
            </a:r>
            <a:r>
              <a:rPr lang="en-US" sz="12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"subj"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"gardener"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"verb"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"set"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"obj"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"son"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"gardener | set | son"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"sentence"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 gardener set his eldest son to watch; but about twelve o</a:t>
            </a:r>
            <a:r>
              <a:rPr lang="en-US" sz="1200" b="1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\u2019</a:t>
            </a:r>
            <a:r>
              <a:rPr lang="en-US" sz="1200" b="1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clock he fell asleep, and in the morning another of the apples was missing."</a:t>
            </a:r>
            <a:endParaRPr lang="en-US" sz="12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52" name="Google Shape;281;p21">
            <a:extLst>
              <a:ext uri="{FF2B5EF4-FFF2-40B4-BE49-F238E27FC236}">
                <a16:creationId xmlns:a16="http://schemas.microsoft.com/office/drawing/2014/main" id="{2B429320-C313-0D8F-864C-A93B58143EEB}"/>
              </a:ext>
            </a:extLst>
          </p:cNvPr>
          <p:cNvSpPr/>
          <p:nvPr/>
        </p:nvSpPr>
        <p:spPr>
          <a:xfrm>
            <a:off x="597166" y="3947983"/>
            <a:ext cx="222000" cy="22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374410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3F313-2E6C-9524-3548-D292F546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55;p18">
            <a:extLst>
              <a:ext uri="{FF2B5EF4-FFF2-40B4-BE49-F238E27FC236}">
                <a16:creationId xmlns:a16="http://schemas.microsoft.com/office/drawing/2014/main" id="{A79510B4-3FDB-CE12-550F-2E6E9C634B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549275"/>
            <a:ext cx="10985500" cy="7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l" defTabSz="1219170">
              <a:buClr>
                <a:srgbClr val="000000"/>
              </a:buClr>
              <a:buSzPts val="1800"/>
            </a:pPr>
            <a:r>
              <a:rPr lang="en-US" sz="2400" dirty="0"/>
              <a:t>Convert narratives into graphs with defined method</a:t>
            </a:r>
          </a:p>
          <a:p>
            <a:pPr algn="l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7EBC61-5DDD-52C2-E09D-D1329D28998B}"/>
              </a:ext>
            </a:extLst>
          </p:cNvPr>
          <p:cNvSpPr txBox="1"/>
          <p:nvPr/>
        </p:nvSpPr>
        <p:spPr>
          <a:xfrm>
            <a:off x="782243" y="1181766"/>
            <a:ext cx="5802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Convert events to graphs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Google Shape;280;p21">
            <a:extLst>
              <a:ext uri="{FF2B5EF4-FFF2-40B4-BE49-F238E27FC236}">
                <a16:creationId xmlns:a16="http://schemas.microsoft.com/office/drawing/2014/main" id="{CFF21073-C895-AF54-A50D-B6951A267D67}"/>
              </a:ext>
            </a:extLst>
          </p:cNvPr>
          <p:cNvSpPr/>
          <p:nvPr/>
        </p:nvSpPr>
        <p:spPr>
          <a:xfrm>
            <a:off x="722609" y="1046932"/>
            <a:ext cx="8324834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7D4B2D-6C23-EBEE-C159-7F9BF8D12C1E}"/>
              </a:ext>
            </a:extLst>
          </p:cNvPr>
          <p:cNvSpPr txBox="1"/>
          <p:nvPr/>
        </p:nvSpPr>
        <p:spPr>
          <a:xfrm>
            <a:off x="788328" y="2037718"/>
            <a:ext cx="4116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Simple Example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0935E8-F422-4E00-50A5-54F992909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17" t="4652" r="4447" b="1860"/>
          <a:stretch>
            <a:fillRect/>
          </a:stretch>
        </p:blipFill>
        <p:spPr>
          <a:xfrm>
            <a:off x="4831327" y="2381067"/>
            <a:ext cx="7360673" cy="4337309"/>
          </a:xfrm>
          <a:prstGeom prst="rect">
            <a:avLst/>
          </a:prstGeom>
        </p:spPr>
      </p:pic>
      <p:sp>
        <p:nvSpPr>
          <p:cNvPr id="40" name="Google Shape;280;p21">
            <a:extLst>
              <a:ext uri="{FF2B5EF4-FFF2-40B4-BE49-F238E27FC236}">
                <a16:creationId xmlns:a16="http://schemas.microsoft.com/office/drawing/2014/main" id="{50A7DC64-B595-8FA9-CC16-29406D564F45}"/>
              </a:ext>
            </a:extLst>
          </p:cNvPr>
          <p:cNvSpPr/>
          <p:nvPr/>
        </p:nvSpPr>
        <p:spPr>
          <a:xfrm>
            <a:off x="728693" y="1902884"/>
            <a:ext cx="4033442" cy="639000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281;p21">
            <a:extLst>
              <a:ext uri="{FF2B5EF4-FFF2-40B4-BE49-F238E27FC236}">
                <a16:creationId xmlns:a16="http://schemas.microsoft.com/office/drawing/2014/main" id="{3954D294-0D67-357E-4499-0F1A2075CBAE}"/>
              </a:ext>
            </a:extLst>
          </p:cNvPr>
          <p:cNvSpPr/>
          <p:nvPr/>
        </p:nvSpPr>
        <p:spPr>
          <a:xfrm>
            <a:off x="611609" y="2107162"/>
            <a:ext cx="222000" cy="22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" name="Google Shape;281;p21">
            <a:extLst>
              <a:ext uri="{FF2B5EF4-FFF2-40B4-BE49-F238E27FC236}">
                <a16:creationId xmlns:a16="http://schemas.microsoft.com/office/drawing/2014/main" id="{E68689BA-D173-F2DD-53F8-9EC089462280}"/>
              </a:ext>
            </a:extLst>
          </p:cNvPr>
          <p:cNvSpPr/>
          <p:nvPr/>
        </p:nvSpPr>
        <p:spPr>
          <a:xfrm>
            <a:off x="611609" y="1272466"/>
            <a:ext cx="222000" cy="2220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2F9035-C7EA-CAAE-4580-E543210E92B7}"/>
              </a:ext>
            </a:extLst>
          </p:cNvPr>
          <p:cNvSpPr txBox="1"/>
          <p:nvPr/>
        </p:nvSpPr>
        <p:spPr>
          <a:xfrm>
            <a:off x="782243" y="2635177"/>
            <a:ext cx="506843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effectLst/>
              </a:rPr>
              <a:t>Sara woke up early in the village.</a:t>
            </a:r>
          </a:p>
          <a:p>
            <a:pPr>
              <a:buNone/>
            </a:pPr>
            <a:r>
              <a:rPr lang="en-US" b="0" dirty="0">
                <a:effectLst/>
              </a:rPr>
              <a:t>She opened the wooden window and saw dark clouds.</a:t>
            </a:r>
          </a:p>
          <a:p>
            <a:pPr>
              <a:buNone/>
            </a:pPr>
            <a:r>
              <a:rPr lang="en-US" b="0" dirty="0">
                <a:effectLst/>
              </a:rPr>
              <a:t>Her brother packed some bread and a small knife.</a:t>
            </a:r>
          </a:p>
          <a:p>
            <a:pPr>
              <a:buNone/>
            </a:pPr>
            <a:r>
              <a:rPr lang="en-US" b="0" dirty="0">
                <a:effectLst/>
              </a:rPr>
              <a:t>They left the house and walked toward the forest.</a:t>
            </a:r>
          </a:p>
          <a:p>
            <a:pPr>
              <a:buNone/>
            </a:pPr>
            <a:r>
              <a:rPr lang="en-US" b="0" dirty="0">
                <a:effectLst/>
              </a:rPr>
              <a:t>A cold wind pushed the trees from side to side.</a:t>
            </a:r>
          </a:p>
          <a:p>
            <a:pPr>
              <a:buNone/>
            </a:pPr>
            <a:r>
              <a:rPr lang="en-US" b="0" dirty="0">
                <a:effectLst/>
              </a:rPr>
              <a:t>Sara found a map under a broken stone.</a:t>
            </a:r>
          </a:p>
          <a:p>
            <a:pPr>
              <a:buNone/>
            </a:pPr>
            <a:r>
              <a:rPr lang="en-US" b="0" dirty="0">
                <a:effectLst/>
              </a:rPr>
              <a:t>The map showed a hidden bridge near the river.</a:t>
            </a:r>
          </a:p>
          <a:p>
            <a:pPr>
              <a:buNone/>
            </a:pPr>
            <a:r>
              <a:rPr lang="en-US" b="0" dirty="0">
                <a:effectLst/>
              </a:rPr>
              <a:t>They crossed the bridge and entered a silent cave.</a:t>
            </a:r>
          </a:p>
          <a:p>
            <a:pPr>
              <a:buNone/>
            </a:pPr>
            <a:r>
              <a:rPr lang="en-US" b="0" dirty="0">
                <a:effectLst/>
              </a:rPr>
              <a:t>Inside the cave, Sara discovered a golden box.</a:t>
            </a:r>
          </a:p>
          <a:p>
            <a:pPr>
              <a:buNone/>
            </a:pPr>
            <a:r>
              <a:rPr lang="en-US" b="0" dirty="0">
                <a:effectLst/>
              </a:rPr>
              <a:t>She carried the box home and told her family the story.</a:t>
            </a: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53980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856F76-9262-FE25-5ECB-AE2AE8AC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Human VS LLM Generated In the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same</a:t>
            </a:r>
            <a:r>
              <a:rPr lang="en-US" dirty="0"/>
              <a:t> cultures</a:t>
            </a:r>
          </a:p>
        </p:txBody>
      </p:sp>
      <p:sp>
        <p:nvSpPr>
          <p:cNvPr id="5" name="Google Shape;388;p24">
            <a:extLst>
              <a:ext uri="{FF2B5EF4-FFF2-40B4-BE49-F238E27FC236}">
                <a16:creationId xmlns:a16="http://schemas.microsoft.com/office/drawing/2014/main" id="{BEFF75A9-349E-AC91-DC7D-F77AAE601F17}"/>
              </a:ext>
            </a:extLst>
          </p:cNvPr>
          <p:cNvSpPr/>
          <p:nvPr/>
        </p:nvSpPr>
        <p:spPr>
          <a:xfrm>
            <a:off x="603400" y="2015867"/>
            <a:ext cx="5379200" cy="3172821"/>
          </a:xfrm>
          <a:prstGeom prst="roundRect">
            <a:avLst>
              <a:gd name="adj" fmla="val 54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394;p24">
            <a:extLst>
              <a:ext uri="{FF2B5EF4-FFF2-40B4-BE49-F238E27FC236}">
                <a16:creationId xmlns:a16="http://schemas.microsoft.com/office/drawing/2014/main" id="{42A3242A-CC9F-F4BE-85ED-1AF2913ECE02}"/>
              </a:ext>
            </a:extLst>
          </p:cNvPr>
          <p:cNvSpPr/>
          <p:nvPr/>
        </p:nvSpPr>
        <p:spPr>
          <a:xfrm>
            <a:off x="3182000" y="1904148"/>
            <a:ext cx="222000" cy="22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8737D93-BBB8-B5D3-710B-F277BE8E7764}"/>
              </a:ext>
            </a:extLst>
          </p:cNvPr>
          <p:cNvGraphicFramePr>
            <a:graphicFrameLocks noGrp="1"/>
          </p:cNvGraphicFramePr>
          <p:nvPr/>
        </p:nvGraphicFramePr>
        <p:xfrm>
          <a:off x="606700" y="2323110"/>
          <a:ext cx="5150600" cy="5689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50600">
                  <a:extLst>
                    <a:ext uri="{9D8B030D-6E8A-4147-A177-3AD203B41FA5}">
                      <a16:colId xmlns:a16="http://schemas.microsoft.com/office/drawing/2014/main" val="1963471800"/>
                    </a:ext>
                  </a:extLst>
                </a:gridCol>
              </a:tblGrid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Human Graphs Summary</a:t>
                      </a:r>
                      <a:endParaRPr sz="1800" dirty="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4826611"/>
                  </a:ext>
                </a:extLst>
              </a:tr>
            </a:tbl>
          </a:graphicData>
        </a:graphic>
      </p:graphicFrame>
      <p:sp>
        <p:nvSpPr>
          <p:cNvPr id="13" name="Google Shape;388;p24">
            <a:extLst>
              <a:ext uri="{FF2B5EF4-FFF2-40B4-BE49-F238E27FC236}">
                <a16:creationId xmlns:a16="http://schemas.microsoft.com/office/drawing/2014/main" id="{1D9B7071-72B9-1D1E-7469-020EDD57CBE8}"/>
              </a:ext>
            </a:extLst>
          </p:cNvPr>
          <p:cNvSpPr/>
          <p:nvPr/>
        </p:nvSpPr>
        <p:spPr>
          <a:xfrm>
            <a:off x="6209402" y="2015867"/>
            <a:ext cx="5379200" cy="3172821"/>
          </a:xfrm>
          <a:prstGeom prst="roundRect">
            <a:avLst>
              <a:gd name="adj" fmla="val 54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394;p24">
            <a:extLst>
              <a:ext uri="{FF2B5EF4-FFF2-40B4-BE49-F238E27FC236}">
                <a16:creationId xmlns:a16="http://schemas.microsoft.com/office/drawing/2014/main" id="{10E66261-39A6-6D35-6C05-3CB0D783EB0B}"/>
              </a:ext>
            </a:extLst>
          </p:cNvPr>
          <p:cNvSpPr/>
          <p:nvPr/>
        </p:nvSpPr>
        <p:spPr>
          <a:xfrm>
            <a:off x="8788002" y="1904148"/>
            <a:ext cx="222000" cy="2220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630FDF2-26AF-8ECD-8333-6CC2AD25BFBC}"/>
              </a:ext>
            </a:extLst>
          </p:cNvPr>
          <p:cNvGraphicFramePr>
            <a:graphicFrameLocks noGrp="1"/>
          </p:cNvGraphicFramePr>
          <p:nvPr/>
        </p:nvGraphicFramePr>
        <p:xfrm>
          <a:off x="6212702" y="2323110"/>
          <a:ext cx="5150600" cy="5689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50600">
                  <a:extLst>
                    <a:ext uri="{9D8B030D-6E8A-4147-A177-3AD203B41FA5}">
                      <a16:colId xmlns:a16="http://schemas.microsoft.com/office/drawing/2014/main" val="1963471800"/>
                    </a:ext>
                  </a:extLst>
                </a:gridCol>
              </a:tblGrid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LLM Graphs Summary</a:t>
                      </a:r>
                      <a:endParaRPr sz="1800" dirty="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482661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48DBEF7-6480-2282-18C8-2D9E8B15BF18}"/>
              </a:ext>
            </a:extLst>
          </p:cNvPr>
          <p:cNvGraphicFramePr>
            <a:graphicFrameLocks noGrp="1"/>
          </p:cNvGraphicFramePr>
          <p:nvPr/>
        </p:nvGraphicFramePr>
        <p:xfrm>
          <a:off x="6322051" y="3088992"/>
          <a:ext cx="5153901" cy="1444898"/>
        </p:xfrm>
        <a:graphic>
          <a:graphicData uri="http://schemas.openxmlformats.org/drawingml/2006/table">
            <a:tbl>
              <a:tblPr/>
              <a:tblGrid>
                <a:gridCol w="906425">
                  <a:extLst>
                    <a:ext uri="{9D8B030D-6E8A-4147-A177-3AD203B41FA5}">
                      <a16:colId xmlns:a16="http://schemas.microsoft.com/office/drawing/2014/main" val="1096936117"/>
                    </a:ext>
                  </a:extLst>
                </a:gridCol>
                <a:gridCol w="1286540">
                  <a:extLst>
                    <a:ext uri="{9D8B030D-6E8A-4147-A177-3AD203B41FA5}">
                      <a16:colId xmlns:a16="http://schemas.microsoft.com/office/drawing/2014/main" val="3051113998"/>
                    </a:ext>
                  </a:extLst>
                </a:gridCol>
                <a:gridCol w="935665">
                  <a:extLst>
                    <a:ext uri="{9D8B030D-6E8A-4147-A177-3AD203B41FA5}">
                      <a16:colId xmlns:a16="http://schemas.microsoft.com/office/drawing/2014/main" val="756404735"/>
                    </a:ext>
                  </a:extLst>
                </a:gridCol>
                <a:gridCol w="2025271">
                  <a:extLst>
                    <a:ext uri="{9D8B030D-6E8A-4147-A177-3AD203B41FA5}">
                      <a16:colId xmlns:a16="http://schemas.microsoft.com/office/drawing/2014/main" val="2195027129"/>
                    </a:ext>
                  </a:extLst>
                </a:gridCol>
              </a:tblGrid>
              <a:tr h="3861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Culture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word count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Avg. events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events per 100 words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965447"/>
                  </a:ext>
                </a:extLst>
              </a:tr>
              <a:tr h="2746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German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1212.3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84.6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6.973664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991974"/>
                  </a:ext>
                </a:extLst>
              </a:tr>
              <a:tr h="509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Native American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1017.3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66.6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6.650739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6045"/>
                  </a:ext>
                </a:extLst>
              </a:tr>
              <a:tr h="2746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Persian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1259.7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6.345408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45645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DD1BAD5-092D-4DA5-906B-5C8070305D05}"/>
              </a:ext>
            </a:extLst>
          </p:cNvPr>
          <p:cNvGraphicFramePr>
            <a:graphicFrameLocks noGrp="1"/>
          </p:cNvGraphicFramePr>
          <p:nvPr/>
        </p:nvGraphicFramePr>
        <p:xfrm>
          <a:off x="716048" y="3088992"/>
          <a:ext cx="5041251" cy="1525539"/>
        </p:xfrm>
        <a:graphic>
          <a:graphicData uri="http://schemas.openxmlformats.org/drawingml/2006/table">
            <a:tbl>
              <a:tblPr/>
              <a:tblGrid>
                <a:gridCol w="783143">
                  <a:extLst>
                    <a:ext uri="{9D8B030D-6E8A-4147-A177-3AD203B41FA5}">
                      <a16:colId xmlns:a16="http://schemas.microsoft.com/office/drawing/2014/main" val="1693988585"/>
                    </a:ext>
                  </a:extLst>
                </a:gridCol>
                <a:gridCol w="1222744">
                  <a:extLst>
                    <a:ext uri="{9D8B030D-6E8A-4147-A177-3AD203B41FA5}">
                      <a16:colId xmlns:a16="http://schemas.microsoft.com/office/drawing/2014/main" val="830743783"/>
                    </a:ext>
                  </a:extLst>
                </a:gridCol>
                <a:gridCol w="893135">
                  <a:extLst>
                    <a:ext uri="{9D8B030D-6E8A-4147-A177-3AD203B41FA5}">
                      <a16:colId xmlns:a16="http://schemas.microsoft.com/office/drawing/2014/main" val="822128340"/>
                    </a:ext>
                  </a:extLst>
                </a:gridCol>
                <a:gridCol w="2142229">
                  <a:extLst>
                    <a:ext uri="{9D8B030D-6E8A-4147-A177-3AD203B41FA5}">
                      <a16:colId xmlns:a16="http://schemas.microsoft.com/office/drawing/2014/main" val="2077428403"/>
                    </a:ext>
                  </a:extLst>
                </a:gridCol>
              </a:tblGrid>
              <a:tr h="3068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Culture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word count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Avg. events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events per 100 words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493865"/>
                  </a:ext>
                </a:extLst>
              </a:tr>
              <a:tr h="3068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German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3.842024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739444"/>
                  </a:ext>
                </a:extLst>
              </a:tr>
              <a:tr h="604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Native American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1557.8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5.225317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894370"/>
                  </a:ext>
                </a:extLst>
              </a:tr>
              <a:tr h="3068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Persian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4.294507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295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866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64756-64CF-4FB2-7270-6CEF1B7BD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5B804E-BBC7-1EF0-CD69-4E84AA90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Human VS LLM Generated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cross</a:t>
            </a:r>
            <a:r>
              <a:rPr lang="en-US" dirty="0"/>
              <a:t> culture</a:t>
            </a:r>
          </a:p>
        </p:txBody>
      </p:sp>
      <p:sp>
        <p:nvSpPr>
          <p:cNvPr id="5" name="Google Shape;388;p24">
            <a:extLst>
              <a:ext uri="{FF2B5EF4-FFF2-40B4-BE49-F238E27FC236}">
                <a16:creationId xmlns:a16="http://schemas.microsoft.com/office/drawing/2014/main" id="{2B9D6288-5BD5-1AA0-470A-AC7C6EBA2F83}"/>
              </a:ext>
            </a:extLst>
          </p:cNvPr>
          <p:cNvSpPr/>
          <p:nvPr/>
        </p:nvSpPr>
        <p:spPr>
          <a:xfrm>
            <a:off x="603400" y="2015867"/>
            <a:ext cx="5379200" cy="3172821"/>
          </a:xfrm>
          <a:prstGeom prst="roundRect">
            <a:avLst>
              <a:gd name="adj" fmla="val 54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394;p24">
            <a:extLst>
              <a:ext uri="{FF2B5EF4-FFF2-40B4-BE49-F238E27FC236}">
                <a16:creationId xmlns:a16="http://schemas.microsoft.com/office/drawing/2014/main" id="{D403E170-D4D8-9D61-EAB1-0AB101B80963}"/>
              </a:ext>
            </a:extLst>
          </p:cNvPr>
          <p:cNvSpPr/>
          <p:nvPr/>
        </p:nvSpPr>
        <p:spPr>
          <a:xfrm>
            <a:off x="3182000" y="1904148"/>
            <a:ext cx="222000" cy="22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D32C896-B2F1-39F8-7BF6-04655674434A}"/>
              </a:ext>
            </a:extLst>
          </p:cNvPr>
          <p:cNvGraphicFramePr>
            <a:graphicFrameLocks noGrp="1"/>
          </p:cNvGraphicFramePr>
          <p:nvPr/>
        </p:nvGraphicFramePr>
        <p:xfrm>
          <a:off x="606700" y="2323110"/>
          <a:ext cx="5150600" cy="5689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50600">
                  <a:extLst>
                    <a:ext uri="{9D8B030D-6E8A-4147-A177-3AD203B41FA5}">
                      <a16:colId xmlns:a16="http://schemas.microsoft.com/office/drawing/2014/main" val="1963471800"/>
                    </a:ext>
                  </a:extLst>
                </a:gridCol>
              </a:tblGrid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Human Graphs Summary</a:t>
                      </a:r>
                      <a:endParaRPr sz="1800" dirty="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4826611"/>
                  </a:ext>
                </a:extLst>
              </a:tr>
            </a:tbl>
          </a:graphicData>
        </a:graphic>
      </p:graphicFrame>
      <p:sp>
        <p:nvSpPr>
          <p:cNvPr id="13" name="Google Shape;388;p24">
            <a:extLst>
              <a:ext uri="{FF2B5EF4-FFF2-40B4-BE49-F238E27FC236}">
                <a16:creationId xmlns:a16="http://schemas.microsoft.com/office/drawing/2014/main" id="{47204035-6A84-9CD0-1087-25CE72EEE4CC}"/>
              </a:ext>
            </a:extLst>
          </p:cNvPr>
          <p:cNvSpPr/>
          <p:nvPr/>
        </p:nvSpPr>
        <p:spPr>
          <a:xfrm>
            <a:off x="6209402" y="2015867"/>
            <a:ext cx="5379200" cy="3172821"/>
          </a:xfrm>
          <a:prstGeom prst="roundRect">
            <a:avLst>
              <a:gd name="adj" fmla="val 54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394;p24">
            <a:extLst>
              <a:ext uri="{FF2B5EF4-FFF2-40B4-BE49-F238E27FC236}">
                <a16:creationId xmlns:a16="http://schemas.microsoft.com/office/drawing/2014/main" id="{A79B3D69-5362-F791-A44B-2840D66B8052}"/>
              </a:ext>
            </a:extLst>
          </p:cNvPr>
          <p:cNvSpPr/>
          <p:nvPr/>
        </p:nvSpPr>
        <p:spPr>
          <a:xfrm>
            <a:off x="8788002" y="1904148"/>
            <a:ext cx="222000" cy="2220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5E55FF3-0FA0-BAF7-1EF7-8B870E024EED}"/>
              </a:ext>
            </a:extLst>
          </p:cNvPr>
          <p:cNvGraphicFramePr>
            <a:graphicFrameLocks noGrp="1"/>
          </p:cNvGraphicFramePr>
          <p:nvPr/>
        </p:nvGraphicFramePr>
        <p:xfrm>
          <a:off x="6212702" y="2323110"/>
          <a:ext cx="5150600" cy="5689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50600">
                  <a:extLst>
                    <a:ext uri="{9D8B030D-6E8A-4147-A177-3AD203B41FA5}">
                      <a16:colId xmlns:a16="http://schemas.microsoft.com/office/drawing/2014/main" val="1963471800"/>
                    </a:ext>
                  </a:extLst>
                </a:gridCol>
              </a:tblGrid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LLM Graphs Summary</a:t>
                      </a:r>
                      <a:endParaRPr sz="1800" dirty="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482661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962BF4F-E054-13AB-DCEC-D134B061DC15}"/>
              </a:ext>
            </a:extLst>
          </p:cNvPr>
          <p:cNvGraphicFramePr>
            <a:graphicFrameLocks noGrp="1"/>
          </p:cNvGraphicFramePr>
          <p:nvPr/>
        </p:nvGraphicFramePr>
        <p:xfrm>
          <a:off x="716048" y="3088992"/>
          <a:ext cx="5041251" cy="1525539"/>
        </p:xfrm>
        <a:graphic>
          <a:graphicData uri="http://schemas.openxmlformats.org/drawingml/2006/table">
            <a:tbl>
              <a:tblPr/>
              <a:tblGrid>
                <a:gridCol w="783143">
                  <a:extLst>
                    <a:ext uri="{9D8B030D-6E8A-4147-A177-3AD203B41FA5}">
                      <a16:colId xmlns:a16="http://schemas.microsoft.com/office/drawing/2014/main" val="1693988585"/>
                    </a:ext>
                  </a:extLst>
                </a:gridCol>
                <a:gridCol w="1222744">
                  <a:extLst>
                    <a:ext uri="{9D8B030D-6E8A-4147-A177-3AD203B41FA5}">
                      <a16:colId xmlns:a16="http://schemas.microsoft.com/office/drawing/2014/main" val="830743783"/>
                    </a:ext>
                  </a:extLst>
                </a:gridCol>
                <a:gridCol w="893135">
                  <a:extLst>
                    <a:ext uri="{9D8B030D-6E8A-4147-A177-3AD203B41FA5}">
                      <a16:colId xmlns:a16="http://schemas.microsoft.com/office/drawing/2014/main" val="822128340"/>
                    </a:ext>
                  </a:extLst>
                </a:gridCol>
                <a:gridCol w="2142229">
                  <a:extLst>
                    <a:ext uri="{9D8B030D-6E8A-4147-A177-3AD203B41FA5}">
                      <a16:colId xmlns:a16="http://schemas.microsoft.com/office/drawing/2014/main" val="2077428403"/>
                    </a:ext>
                  </a:extLst>
                </a:gridCol>
              </a:tblGrid>
              <a:tr h="3068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Culture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word count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Avg. events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events per 100 words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493865"/>
                  </a:ext>
                </a:extLst>
              </a:tr>
              <a:tr h="3068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German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3.842024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739444"/>
                  </a:ext>
                </a:extLst>
              </a:tr>
              <a:tr h="6048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Native American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1557.8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72.3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5.225317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894370"/>
                  </a:ext>
                </a:extLst>
              </a:tr>
              <a:tr h="3068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Persian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4.294507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29565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5F55AD-AC8B-D12D-80CC-55F2AFD95BC2}"/>
              </a:ext>
            </a:extLst>
          </p:cNvPr>
          <p:cNvGraphicFramePr>
            <a:graphicFrameLocks noGrp="1"/>
          </p:cNvGraphicFramePr>
          <p:nvPr/>
        </p:nvGraphicFramePr>
        <p:xfrm>
          <a:off x="6209399" y="5385650"/>
          <a:ext cx="5379201" cy="1219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96426">
                  <a:extLst>
                    <a:ext uri="{9D8B030D-6E8A-4147-A177-3AD203B41FA5}">
                      <a16:colId xmlns:a16="http://schemas.microsoft.com/office/drawing/2014/main" val="1778104964"/>
                    </a:ext>
                  </a:extLst>
                </a:gridCol>
                <a:gridCol w="3082775">
                  <a:extLst>
                    <a:ext uri="{9D8B030D-6E8A-4147-A177-3AD203B41FA5}">
                      <a16:colId xmlns:a16="http://schemas.microsoft.com/office/drawing/2014/main" val="2246425462"/>
                    </a:ext>
                  </a:extLst>
                </a:gridCol>
              </a:tblGrid>
              <a:tr h="294029">
                <a:tc>
                  <a:txBody>
                    <a:bodyPr/>
                    <a:lstStyle/>
                    <a:p>
                      <a:r>
                        <a:rPr lang="en-US" sz="1400" dirty="0"/>
                        <a:t>Key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617947"/>
                  </a:ext>
                </a:extLst>
              </a:tr>
              <a:tr h="294029">
                <a:tc>
                  <a:txBody>
                    <a:bodyPr/>
                    <a:lstStyle/>
                    <a:p>
                      <a:r>
                        <a:rPr lang="en-US" sz="1400" dirty="0"/>
                        <a:t>German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Persian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725593"/>
                  </a:ext>
                </a:extLst>
              </a:tr>
              <a:tr h="294029">
                <a:tc>
                  <a:txBody>
                    <a:bodyPr/>
                    <a:lstStyle/>
                    <a:p>
                      <a:r>
                        <a:rPr lang="en-US" sz="1400" dirty="0"/>
                        <a:t>Persian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Native American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919311"/>
                  </a:ext>
                </a:extLst>
              </a:tr>
              <a:tr h="294029">
                <a:tc>
                  <a:txBody>
                    <a:bodyPr/>
                    <a:lstStyle/>
                    <a:p>
                      <a:r>
                        <a:rPr lang="en-US" sz="1400" dirty="0"/>
                        <a:t>Native American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German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9074207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645657-A941-6003-A388-DB2413BA4130}"/>
              </a:ext>
            </a:extLst>
          </p:cNvPr>
          <p:cNvGraphicFramePr>
            <a:graphicFrameLocks noGrp="1"/>
          </p:cNvGraphicFramePr>
          <p:nvPr/>
        </p:nvGraphicFramePr>
        <p:xfrm>
          <a:off x="6322051" y="3088992"/>
          <a:ext cx="5153901" cy="1444898"/>
        </p:xfrm>
        <a:graphic>
          <a:graphicData uri="http://schemas.openxmlformats.org/drawingml/2006/table">
            <a:tbl>
              <a:tblPr/>
              <a:tblGrid>
                <a:gridCol w="906425">
                  <a:extLst>
                    <a:ext uri="{9D8B030D-6E8A-4147-A177-3AD203B41FA5}">
                      <a16:colId xmlns:a16="http://schemas.microsoft.com/office/drawing/2014/main" val="1096936117"/>
                    </a:ext>
                  </a:extLst>
                </a:gridCol>
                <a:gridCol w="1286540">
                  <a:extLst>
                    <a:ext uri="{9D8B030D-6E8A-4147-A177-3AD203B41FA5}">
                      <a16:colId xmlns:a16="http://schemas.microsoft.com/office/drawing/2014/main" val="3051113998"/>
                    </a:ext>
                  </a:extLst>
                </a:gridCol>
                <a:gridCol w="935665">
                  <a:extLst>
                    <a:ext uri="{9D8B030D-6E8A-4147-A177-3AD203B41FA5}">
                      <a16:colId xmlns:a16="http://schemas.microsoft.com/office/drawing/2014/main" val="756404735"/>
                    </a:ext>
                  </a:extLst>
                </a:gridCol>
                <a:gridCol w="2025271">
                  <a:extLst>
                    <a:ext uri="{9D8B030D-6E8A-4147-A177-3AD203B41FA5}">
                      <a16:colId xmlns:a16="http://schemas.microsoft.com/office/drawing/2014/main" val="2195027129"/>
                    </a:ext>
                  </a:extLst>
                </a:gridCol>
              </a:tblGrid>
              <a:tr h="3861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Culture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word count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Avg. events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events per 100 words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965447"/>
                  </a:ext>
                </a:extLst>
              </a:tr>
              <a:tr h="2746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German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1069.2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5.874818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991974"/>
                  </a:ext>
                </a:extLst>
              </a:tr>
              <a:tr h="509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Native American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908.9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5.497669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6045"/>
                  </a:ext>
                </a:extLst>
              </a:tr>
              <a:tr h="2746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Persian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897.1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5.445879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456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170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C94EE177-8B48-AFAF-AB21-E7C344F80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>
            <a:extLst>
              <a:ext uri="{FF2B5EF4-FFF2-40B4-BE49-F238E27FC236}">
                <a16:creationId xmlns:a16="http://schemas.microsoft.com/office/drawing/2014/main" id="{58BEA1EB-4C43-4FFD-424F-EB0A0844A950}"/>
              </a:ext>
            </a:extLst>
          </p:cNvPr>
          <p:cNvSpPr/>
          <p:nvPr/>
        </p:nvSpPr>
        <p:spPr>
          <a:xfrm>
            <a:off x="81280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BD7B908D-8A09-B11C-F343-B1062FE2404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600" y="427108"/>
            <a:ext cx="10985500" cy="747713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Road Map</a:t>
            </a:r>
          </a:p>
        </p:txBody>
      </p:sp>
      <p:sp>
        <p:nvSpPr>
          <p:cNvPr id="116" name="Google Shape;116;p18">
            <a:extLst>
              <a:ext uri="{FF2B5EF4-FFF2-40B4-BE49-F238E27FC236}">
                <a16:creationId xmlns:a16="http://schemas.microsoft.com/office/drawing/2014/main" id="{8A7873F3-5452-2536-E2BF-1C484A78EF87}"/>
              </a:ext>
            </a:extLst>
          </p:cNvPr>
          <p:cNvSpPr/>
          <p:nvPr/>
        </p:nvSpPr>
        <p:spPr>
          <a:xfrm>
            <a:off x="6096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6FA2A4EA-9777-B147-45BD-8A5F0A01D9A3}"/>
              </a:ext>
            </a:extLst>
          </p:cNvPr>
          <p:cNvSpPr/>
          <p:nvPr/>
        </p:nvSpPr>
        <p:spPr>
          <a:xfrm>
            <a:off x="43688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7048A364-1271-429C-D6A7-65C750ADDE88}"/>
              </a:ext>
            </a:extLst>
          </p:cNvPr>
          <p:cNvSpPr txBox="1"/>
          <p:nvPr/>
        </p:nvSpPr>
        <p:spPr>
          <a:xfrm>
            <a:off x="797540" y="2794692"/>
            <a:ext cx="307852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Define The Project Question and Methodology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0" name="Google Shape;120;p18">
            <a:extLst>
              <a:ext uri="{FF2B5EF4-FFF2-40B4-BE49-F238E27FC236}">
                <a16:creationId xmlns:a16="http://schemas.microsoft.com/office/drawing/2014/main" id="{E81FA2C3-46A6-DB26-BE23-F37F9314735A}"/>
              </a:ext>
            </a:extLst>
          </p:cNvPr>
          <p:cNvSpPr txBox="1"/>
          <p:nvPr/>
        </p:nvSpPr>
        <p:spPr>
          <a:xfrm>
            <a:off x="4612600" y="2794692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/>
            <a:r>
              <a:rPr lang="en-US" sz="2400" dirty="0"/>
              <a:t>Choose the cultures and Collect the stories</a:t>
            </a:r>
          </a:p>
        </p:txBody>
      </p:sp>
      <p:sp>
        <p:nvSpPr>
          <p:cNvPr id="122" name="Google Shape;122;p18">
            <a:extLst>
              <a:ext uri="{FF2B5EF4-FFF2-40B4-BE49-F238E27FC236}">
                <a16:creationId xmlns:a16="http://schemas.microsoft.com/office/drawing/2014/main" id="{1128C560-278A-2035-A588-C27362BEE321}"/>
              </a:ext>
            </a:extLst>
          </p:cNvPr>
          <p:cNvSpPr txBox="1"/>
          <p:nvPr/>
        </p:nvSpPr>
        <p:spPr>
          <a:xfrm>
            <a:off x="8371800" y="3285885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Ask LLMs to generate the stories in the same and cross culture</a:t>
            </a:r>
          </a:p>
          <a:p>
            <a:pPr algn="ctr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EE7FE869-994E-977D-0327-15C3DD7B6804}"/>
              </a:ext>
            </a:extLst>
          </p:cNvPr>
          <p:cNvSpPr/>
          <p:nvPr/>
        </p:nvSpPr>
        <p:spPr>
          <a:xfrm>
            <a:off x="2083251" y="1357300"/>
            <a:ext cx="507200" cy="50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18">
            <a:extLst>
              <a:ext uri="{FF2B5EF4-FFF2-40B4-BE49-F238E27FC236}">
                <a16:creationId xmlns:a16="http://schemas.microsoft.com/office/drawing/2014/main" id="{D30F9700-53B5-310F-06CC-4A034A0E0B95}"/>
              </a:ext>
            </a:extLst>
          </p:cNvPr>
          <p:cNvSpPr/>
          <p:nvPr/>
        </p:nvSpPr>
        <p:spPr>
          <a:xfrm>
            <a:off x="5842467" y="1331351"/>
            <a:ext cx="507200" cy="50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97CC0049-6F29-4635-39A3-3B44CCC25329}"/>
              </a:ext>
            </a:extLst>
          </p:cNvPr>
          <p:cNvSpPr/>
          <p:nvPr/>
        </p:nvSpPr>
        <p:spPr>
          <a:xfrm>
            <a:off x="9601600" y="1331284"/>
            <a:ext cx="507200" cy="50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7" name="Google Shape;147;p18">
            <a:extLst>
              <a:ext uri="{FF2B5EF4-FFF2-40B4-BE49-F238E27FC236}">
                <a16:creationId xmlns:a16="http://schemas.microsoft.com/office/drawing/2014/main" id="{530E3DE4-D19C-6C23-B436-90E2D939ED05}"/>
              </a:ext>
            </a:extLst>
          </p:cNvPr>
          <p:cNvSpPr/>
          <p:nvPr/>
        </p:nvSpPr>
        <p:spPr>
          <a:xfrm>
            <a:off x="81280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8">
            <a:extLst>
              <a:ext uri="{FF2B5EF4-FFF2-40B4-BE49-F238E27FC236}">
                <a16:creationId xmlns:a16="http://schemas.microsoft.com/office/drawing/2014/main" id="{CB0A1DBE-3263-3E74-C268-8ACCF84DD4EA}"/>
              </a:ext>
            </a:extLst>
          </p:cNvPr>
          <p:cNvSpPr/>
          <p:nvPr/>
        </p:nvSpPr>
        <p:spPr>
          <a:xfrm>
            <a:off x="6096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8">
            <a:extLst>
              <a:ext uri="{FF2B5EF4-FFF2-40B4-BE49-F238E27FC236}">
                <a16:creationId xmlns:a16="http://schemas.microsoft.com/office/drawing/2014/main" id="{4D7826B8-41E6-8931-2D2C-1B3C4039E101}"/>
              </a:ext>
            </a:extLst>
          </p:cNvPr>
          <p:cNvSpPr/>
          <p:nvPr/>
        </p:nvSpPr>
        <p:spPr>
          <a:xfrm>
            <a:off x="43688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3AF22D92-BB67-7BCA-76F2-94F19E08F0B3}"/>
              </a:ext>
            </a:extLst>
          </p:cNvPr>
          <p:cNvSpPr txBox="1"/>
          <p:nvPr/>
        </p:nvSpPr>
        <p:spPr>
          <a:xfrm>
            <a:off x="853400" y="5755717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Convert narratives into graphs with defined method</a:t>
            </a:r>
          </a:p>
          <a:p>
            <a:pPr algn="ctr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E910820A-DED5-2988-B246-186B8DCCD3A3}"/>
              </a:ext>
            </a:extLst>
          </p:cNvPr>
          <p:cNvSpPr txBox="1"/>
          <p:nvPr/>
        </p:nvSpPr>
        <p:spPr>
          <a:xfrm>
            <a:off x="4612600" y="5494877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Define Analyzing Methods and Metrics</a:t>
            </a:r>
          </a:p>
        </p:txBody>
      </p:sp>
      <p:sp>
        <p:nvSpPr>
          <p:cNvPr id="159" name="Google Shape;159;p18">
            <a:extLst>
              <a:ext uri="{FF2B5EF4-FFF2-40B4-BE49-F238E27FC236}">
                <a16:creationId xmlns:a16="http://schemas.microsoft.com/office/drawing/2014/main" id="{1B9A8519-29C2-70D8-6F88-E5E8D4FAE781}"/>
              </a:ext>
            </a:extLst>
          </p:cNvPr>
          <p:cNvSpPr txBox="1"/>
          <p:nvPr/>
        </p:nvSpPr>
        <p:spPr>
          <a:xfrm>
            <a:off x="8003540" y="5755717"/>
            <a:ext cx="370332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Compare the graphs of human written and machine written stories</a:t>
            </a:r>
          </a:p>
          <a:p>
            <a:pPr algn="ctr" defTabSz="1219170">
              <a:buClr>
                <a:srgbClr val="000000"/>
              </a:buClr>
              <a:buSzPts val="1800"/>
            </a:pPr>
            <a:r>
              <a:rPr lang="en" sz="2133" kern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F248E289-D217-04B7-6BD7-BD000B5DFE25}"/>
              </a:ext>
            </a:extLst>
          </p:cNvPr>
          <p:cNvSpPr/>
          <p:nvPr/>
        </p:nvSpPr>
        <p:spPr>
          <a:xfrm>
            <a:off x="2083251" y="3938500"/>
            <a:ext cx="507200" cy="50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F826016D-E115-8450-D3FD-03F08D3D141A}"/>
              </a:ext>
            </a:extLst>
          </p:cNvPr>
          <p:cNvSpPr/>
          <p:nvPr/>
        </p:nvSpPr>
        <p:spPr>
          <a:xfrm>
            <a:off x="5842467" y="3938517"/>
            <a:ext cx="507200" cy="50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3C136874-D3C1-3F4C-D174-0FFF62078442}"/>
              </a:ext>
            </a:extLst>
          </p:cNvPr>
          <p:cNvSpPr/>
          <p:nvPr/>
        </p:nvSpPr>
        <p:spPr>
          <a:xfrm>
            <a:off x="9601600" y="3938451"/>
            <a:ext cx="507200" cy="50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327052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7;p18">
            <a:extLst>
              <a:ext uri="{FF2B5EF4-FFF2-40B4-BE49-F238E27FC236}">
                <a16:creationId xmlns:a16="http://schemas.microsoft.com/office/drawing/2014/main" id="{D69FADC1-04E4-49C6-6640-37AE1CE369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549275"/>
            <a:ext cx="10985500" cy="7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l" defTabSz="1219170">
              <a:buClr>
                <a:srgbClr val="000000"/>
              </a:buClr>
              <a:buSzPts val="1800"/>
            </a:pPr>
            <a:r>
              <a:rPr lang="en-US" sz="2400" dirty="0"/>
              <a:t>Define Analyzing Methods and Metrics</a:t>
            </a:r>
          </a:p>
        </p:txBody>
      </p:sp>
      <p:sp>
        <p:nvSpPr>
          <p:cNvPr id="2" name="Google Shape;388;p24">
            <a:extLst>
              <a:ext uri="{FF2B5EF4-FFF2-40B4-BE49-F238E27FC236}">
                <a16:creationId xmlns:a16="http://schemas.microsoft.com/office/drawing/2014/main" id="{DB922BB3-CD0A-DCC3-BC08-28D54F67A195}"/>
              </a:ext>
            </a:extLst>
          </p:cNvPr>
          <p:cNvSpPr/>
          <p:nvPr/>
        </p:nvSpPr>
        <p:spPr>
          <a:xfrm>
            <a:off x="407420" y="2009767"/>
            <a:ext cx="3492600" cy="4299600"/>
          </a:xfrm>
          <a:prstGeom prst="roundRect">
            <a:avLst>
              <a:gd name="adj" fmla="val 54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" name="Google Shape;391;p24">
            <a:extLst>
              <a:ext uri="{FF2B5EF4-FFF2-40B4-BE49-F238E27FC236}">
                <a16:creationId xmlns:a16="http://schemas.microsoft.com/office/drawing/2014/main" id="{D595F983-D2D6-2821-BCD1-CA9123F629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1272794"/>
              </p:ext>
            </p:extLst>
          </p:nvPr>
        </p:nvGraphicFramePr>
        <p:xfrm>
          <a:off x="521720" y="2269884"/>
          <a:ext cx="3202790" cy="37659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Montserrat SemiBold" panose="00000700000000000000" pitchFamily="2" charset="0"/>
                        </a:rPr>
                        <a:t>Structural Metrics</a:t>
                      </a:r>
                      <a:endParaRPr sz="2100" dirty="0">
                        <a:solidFill>
                          <a:schemeClr val="dk1"/>
                        </a:solidFill>
                        <a:latin typeface="Montserrat SemiBold" panose="00000700000000000000" pitchFamily="2" charset="0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6379"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Node compression ratio 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Edge compression ratio 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Longest path ratio 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Graph density difference 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Average degree difference</a:t>
                      </a:r>
                      <a:endParaRPr sz="18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394;p24">
            <a:extLst>
              <a:ext uri="{FF2B5EF4-FFF2-40B4-BE49-F238E27FC236}">
                <a16:creationId xmlns:a16="http://schemas.microsoft.com/office/drawing/2014/main" id="{7D74B216-944F-6CE8-3B3C-17A73EB50CB1}"/>
              </a:ext>
            </a:extLst>
          </p:cNvPr>
          <p:cNvSpPr/>
          <p:nvPr/>
        </p:nvSpPr>
        <p:spPr>
          <a:xfrm>
            <a:off x="1980180" y="1892667"/>
            <a:ext cx="222000" cy="22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" name="Google Shape;388;p24">
            <a:extLst>
              <a:ext uri="{FF2B5EF4-FFF2-40B4-BE49-F238E27FC236}">
                <a16:creationId xmlns:a16="http://schemas.microsoft.com/office/drawing/2014/main" id="{E1AC8D8E-6619-8D7A-C341-0606A4E28348}"/>
              </a:ext>
            </a:extLst>
          </p:cNvPr>
          <p:cNvSpPr/>
          <p:nvPr/>
        </p:nvSpPr>
        <p:spPr>
          <a:xfrm>
            <a:off x="4240280" y="2009767"/>
            <a:ext cx="3492600" cy="4299600"/>
          </a:xfrm>
          <a:prstGeom prst="roundRect">
            <a:avLst>
              <a:gd name="adj" fmla="val 54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2" name="Google Shape;391;p24">
            <a:extLst>
              <a:ext uri="{FF2B5EF4-FFF2-40B4-BE49-F238E27FC236}">
                <a16:creationId xmlns:a16="http://schemas.microsoft.com/office/drawing/2014/main" id="{A3EEBF03-7350-85A2-EAF7-A672DE6258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5506806"/>
              </p:ext>
            </p:extLst>
          </p:nvPr>
        </p:nvGraphicFramePr>
        <p:xfrm>
          <a:off x="4354580" y="2269884"/>
          <a:ext cx="3202790" cy="37659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Montserrat SemiBold" panose="00000700000000000000" pitchFamily="2" charset="0"/>
                        </a:rPr>
                        <a:t>Semantic Metrics</a:t>
                      </a:r>
                      <a:endParaRPr sz="2100" dirty="0">
                        <a:solidFill>
                          <a:schemeClr val="dk1"/>
                        </a:solidFill>
                        <a:latin typeface="Montserrat SemiBold" panose="00000700000000000000" pitchFamily="2" charset="0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6379"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Sentence embeddings (SBERT)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Cosine similarity</a:t>
                      </a:r>
                      <a:endParaRPr sz="18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Google Shape;394;p24">
            <a:extLst>
              <a:ext uri="{FF2B5EF4-FFF2-40B4-BE49-F238E27FC236}">
                <a16:creationId xmlns:a16="http://schemas.microsoft.com/office/drawing/2014/main" id="{B7A50A3A-717A-2D24-93F3-53D34E01BBB8}"/>
              </a:ext>
            </a:extLst>
          </p:cNvPr>
          <p:cNvSpPr/>
          <p:nvPr/>
        </p:nvSpPr>
        <p:spPr>
          <a:xfrm>
            <a:off x="5844975" y="1917826"/>
            <a:ext cx="222000" cy="22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" name="Google Shape;388;p24">
            <a:extLst>
              <a:ext uri="{FF2B5EF4-FFF2-40B4-BE49-F238E27FC236}">
                <a16:creationId xmlns:a16="http://schemas.microsoft.com/office/drawing/2014/main" id="{161A55A0-9A51-420C-1D24-FB9D3DE609D6}"/>
              </a:ext>
            </a:extLst>
          </p:cNvPr>
          <p:cNvSpPr/>
          <p:nvPr/>
        </p:nvSpPr>
        <p:spPr>
          <a:xfrm>
            <a:off x="8096000" y="2003667"/>
            <a:ext cx="3492600" cy="4299600"/>
          </a:xfrm>
          <a:prstGeom prst="roundRect">
            <a:avLst>
              <a:gd name="adj" fmla="val 549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" name="Google Shape;391;p24">
            <a:extLst>
              <a:ext uri="{FF2B5EF4-FFF2-40B4-BE49-F238E27FC236}">
                <a16:creationId xmlns:a16="http://schemas.microsoft.com/office/drawing/2014/main" id="{781C7B20-F516-1D6D-53FE-E38978CD9C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3038168"/>
              </p:ext>
            </p:extLst>
          </p:nvPr>
        </p:nvGraphicFramePr>
        <p:xfrm>
          <a:off x="8210300" y="2263784"/>
          <a:ext cx="3202790" cy="37659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latin typeface="Montserrat SemiBold" panose="00000700000000000000" pitchFamily="2" charset="0"/>
                        </a:rPr>
                        <a:t>Graph Metric</a:t>
                      </a:r>
                      <a:endParaRPr sz="2100" dirty="0">
                        <a:solidFill>
                          <a:schemeClr val="dk1"/>
                        </a:solidFill>
                        <a:latin typeface="Montserrat SemiBold" panose="00000700000000000000" pitchFamily="2" charset="0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6379"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Graph Edit Distance</a:t>
                      </a:r>
                      <a:endParaRPr sz="18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Google Shape;394;p24">
            <a:extLst>
              <a:ext uri="{FF2B5EF4-FFF2-40B4-BE49-F238E27FC236}">
                <a16:creationId xmlns:a16="http://schemas.microsoft.com/office/drawing/2014/main" id="{F7582901-1768-0788-2853-37ECC87C42BF}"/>
              </a:ext>
            </a:extLst>
          </p:cNvPr>
          <p:cNvSpPr/>
          <p:nvPr/>
        </p:nvSpPr>
        <p:spPr>
          <a:xfrm>
            <a:off x="9725010" y="1906795"/>
            <a:ext cx="222000" cy="2220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077266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5D4C3EC-5310-2C9A-A2B2-B99E6D77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>
            <a:extLst>
              <a:ext uri="{FF2B5EF4-FFF2-40B4-BE49-F238E27FC236}">
                <a16:creationId xmlns:a16="http://schemas.microsoft.com/office/drawing/2014/main" id="{0F9E1694-55D6-35E0-A4B2-CF77EC898431}"/>
              </a:ext>
            </a:extLst>
          </p:cNvPr>
          <p:cNvSpPr/>
          <p:nvPr/>
        </p:nvSpPr>
        <p:spPr>
          <a:xfrm>
            <a:off x="81280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2B7790C9-34EE-2A19-8F74-927431A44E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600" y="427108"/>
            <a:ext cx="10985500" cy="747713"/>
          </a:xfrm>
          <a:prstGeom prst="rect">
            <a:avLst/>
          </a:prstGeom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Road Map</a:t>
            </a:r>
          </a:p>
        </p:txBody>
      </p:sp>
      <p:sp>
        <p:nvSpPr>
          <p:cNvPr id="116" name="Google Shape;116;p18">
            <a:extLst>
              <a:ext uri="{FF2B5EF4-FFF2-40B4-BE49-F238E27FC236}">
                <a16:creationId xmlns:a16="http://schemas.microsoft.com/office/drawing/2014/main" id="{D440FE1E-FEB2-B101-7963-15A513AB4F62}"/>
              </a:ext>
            </a:extLst>
          </p:cNvPr>
          <p:cNvSpPr/>
          <p:nvPr/>
        </p:nvSpPr>
        <p:spPr>
          <a:xfrm>
            <a:off x="6096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2BC5B646-2CE4-AAAA-AC06-7C66A0E58C96}"/>
              </a:ext>
            </a:extLst>
          </p:cNvPr>
          <p:cNvSpPr/>
          <p:nvPr/>
        </p:nvSpPr>
        <p:spPr>
          <a:xfrm>
            <a:off x="4368800" y="1587500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4075BF08-A810-E323-CD32-A5FC98AEE736}"/>
              </a:ext>
            </a:extLst>
          </p:cNvPr>
          <p:cNvSpPr txBox="1"/>
          <p:nvPr/>
        </p:nvSpPr>
        <p:spPr>
          <a:xfrm>
            <a:off x="797540" y="2794692"/>
            <a:ext cx="307852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Define The Project Question and Methodology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0" name="Google Shape;120;p18">
            <a:extLst>
              <a:ext uri="{FF2B5EF4-FFF2-40B4-BE49-F238E27FC236}">
                <a16:creationId xmlns:a16="http://schemas.microsoft.com/office/drawing/2014/main" id="{19A4CA9B-BAFD-788D-874E-8C6C305AC5B5}"/>
              </a:ext>
            </a:extLst>
          </p:cNvPr>
          <p:cNvSpPr txBox="1"/>
          <p:nvPr/>
        </p:nvSpPr>
        <p:spPr>
          <a:xfrm>
            <a:off x="4612600" y="2794692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/>
            <a:r>
              <a:rPr lang="en-US" sz="2400" dirty="0"/>
              <a:t>Choose the cultures and Collect the stories</a:t>
            </a:r>
          </a:p>
        </p:txBody>
      </p:sp>
      <p:sp>
        <p:nvSpPr>
          <p:cNvPr id="122" name="Google Shape;122;p18">
            <a:extLst>
              <a:ext uri="{FF2B5EF4-FFF2-40B4-BE49-F238E27FC236}">
                <a16:creationId xmlns:a16="http://schemas.microsoft.com/office/drawing/2014/main" id="{C44679D5-6C83-A4F9-2202-F24B5111787D}"/>
              </a:ext>
            </a:extLst>
          </p:cNvPr>
          <p:cNvSpPr txBox="1"/>
          <p:nvPr/>
        </p:nvSpPr>
        <p:spPr>
          <a:xfrm>
            <a:off x="8371800" y="3285885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Ask LLMs to generate the stories in the same and cross culture</a:t>
            </a:r>
          </a:p>
          <a:p>
            <a:pPr algn="ctr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8">
            <a:extLst>
              <a:ext uri="{FF2B5EF4-FFF2-40B4-BE49-F238E27FC236}">
                <a16:creationId xmlns:a16="http://schemas.microsoft.com/office/drawing/2014/main" id="{D916DCCB-3905-18CD-C7DC-494F28D6F335}"/>
              </a:ext>
            </a:extLst>
          </p:cNvPr>
          <p:cNvSpPr/>
          <p:nvPr/>
        </p:nvSpPr>
        <p:spPr>
          <a:xfrm>
            <a:off x="2083251" y="1357300"/>
            <a:ext cx="507200" cy="50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18">
            <a:extLst>
              <a:ext uri="{FF2B5EF4-FFF2-40B4-BE49-F238E27FC236}">
                <a16:creationId xmlns:a16="http://schemas.microsoft.com/office/drawing/2014/main" id="{EFD80B66-39BA-DD1C-D70B-9E7991894EE6}"/>
              </a:ext>
            </a:extLst>
          </p:cNvPr>
          <p:cNvSpPr/>
          <p:nvPr/>
        </p:nvSpPr>
        <p:spPr>
          <a:xfrm>
            <a:off x="5842467" y="1331351"/>
            <a:ext cx="507200" cy="50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E1B1479E-3076-66AD-1FBD-A1587B203071}"/>
              </a:ext>
            </a:extLst>
          </p:cNvPr>
          <p:cNvSpPr/>
          <p:nvPr/>
        </p:nvSpPr>
        <p:spPr>
          <a:xfrm>
            <a:off x="9601600" y="1331284"/>
            <a:ext cx="507200" cy="50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7" name="Google Shape;147;p18">
            <a:extLst>
              <a:ext uri="{FF2B5EF4-FFF2-40B4-BE49-F238E27FC236}">
                <a16:creationId xmlns:a16="http://schemas.microsoft.com/office/drawing/2014/main" id="{216430F9-CACE-C044-6A6C-F943ED6E89CD}"/>
              </a:ext>
            </a:extLst>
          </p:cNvPr>
          <p:cNvSpPr/>
          <p:nvPr/>
        </p:nvSpPr>
        <p:spPr>
          <a:xfrm>
            <a:off x="81280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8">
            <a:extLst>
              <a:ext uri="{FF2B5EF4-FFF2-40B4-BE49-F238E27FC236}">
                <a16:creationId xmlns:a16="http://schemas.microsoft.com/office/drawing/2014/main" id="{F2C9A050-EFD4-ECAA-F9B4-AA3C3D70EAD3}"/>
              </a:ext>
            </a:extLst>
          </p:cNvPr>
          <p:cNvSpPr/>
          <p:nvPr/>
        </p:nvSpPr>
        <p:spPr>
          <a:xfrm>
            <a:off x="6096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8">
            <a:extLst>
              <a:ext uri="{FF2B5EF4-FFF2-40B4-BE49-F238E27FC236}">
                <a16:creationId xmlns:a16="http://schemas.microsoft.com/office/drawing/2014/main" id="{91B28EDE-35E3-6A92-8B0B-83A50DD59E7D}"/>
              </a:ext>
            </a:extLst>
          </p:cNvPr>
          <p:cNvSpPr/>
          <p:nvPr/>
        </p:nvSpPr>
        <p:spPr>
          <a:xfrm>
            <a:off x="4368800" y="4194667"/>
            <a:ext cx="3454400" cy="2120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BE85602F-77B2-7BC6-54ED-C126BBA7FFEF}"/>
              </a:ext>
            </a:extLst>
          </p:cNvPr>
          <p:cNvSpPr txBox="1"/>
          <p:nvPr/>
        </p:nvSpPr>
        <p:spPr>
          <a:xfrm>
            <a:off x="853400" y="5755717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Convert narratives into graphs with defined method</a:t>
            </a:r>
          </a:p>
          <a:p>
            <a:pPr algn="ctr" defTabSz="1219170">
              <a:buClr>
                <a:srgbClr val="000000"/>
              </a:buClr>
              <a:buSzPts val="1800"/>
            </a:pP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874CF381-9A55-B315-8DF3-BB602EBE43D2}"/>
              </a:ext>
            </a:extLst>
          </p:cNvPr>
          <p:cNvSpPr txBox="1"/>
          <p:nvPr/>
        </p:nvSpPr>
        <p:spPr>
          <a:xfrm>
            <a:off x="4612600" y="5494877"/>
            <a:ext cx="296680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Define Analyzing Methods and Metrics</a:t>
            </a:r>
          </a:p>
        </p:txBody>
      </p:sp>
      <p:sp>
        <p:nvSpPr>
          <p:cNvPr id="159" name="Google Shape;159;p18">
            <a:extLst>
              <a:ext uri="{FF2B5EF4-FFF2-40B4-BE49-F238E27FC236}">
                <a16:creationId xmlns:a16="http://schemas.microsoft.com/office/drawing/2014/main" id="{D737C7A6-3DD9-A2CD-C40B-478A2DD79EE7}"/>
              </a:ext>
            </a:extLst>
          </p:cNvPr>
          <p:cNvSpPr txBox="1"/>
          <p:nvPr/>
        </p:nvSpPr>
        <p:spPr>
          <a:xfrm>
            <a:off x="8003540" y="5755717"/>
            <a:ext cx="3703320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r>
              <a:rPr lang="en-US" sz="2400" dirty="0"/>
              <a:t>Compare the graphs of human written and machine written stories</a:t>
            </a:r>
          </a:p>
          <a:p>
            <a:pPr algn="ctr" defTabSz="1219170">
              <a:buClr>
                <a:srgbClr val="000000"/>
              </a:buClr>
              <a:buSzPts val="1800"/>
            </a:pPr>
            <a:r>
              <a:rPr lang="en" sz="2133" kern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3018EB33-855C-3133-4C6F-81C9C26C730B}"/>
              </a:ext>
            </a:extLst>
          </p:cNvPr>
          <p:cNvSpPr/>
          <p:nvPr/>
        </p:nvSpPr>
        <p:spPr>
          <a:xfrm>
            <a:off x="2083251" y="3938500"/>
            <a:ext cx="507200" cy="50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3B59CD1A-B6F4-6BAA-B909-7118AA09A61A}"/>
              </a:ext>
            </a:extLst>
          </p:cNvPr>
          <p:cNvSpPr/>
          <p:nvPr/>
        </p:nvSpPr>
        <p:spPr>
          <a:xfrm>
            <a:off x="5842467" y="3938517"/>
            <a:ext cx="507200" cy="50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29D3F88A-9079-FA61-EB92-D7CDB6DB116D}"/>
              </a:ext>
            </a:extLst>
          </p:cNvPr>
          <p:cNvSpPr/>
          <p:nvPr/>
        </p:nvSpPr>
        <p:spPr>
          <a:xfrm>
            <a:off x="9601600" y="3938451"/>
            <a:ext cx="507200" cy="50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2133" kern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350586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9;p18">
            <a:extLst>
              <a:ext uri="{FF2B5EF4-FFF2-40B4-BE49-F238E27FC236}">
                <a16:creationId xmlns:a16="http://schemas.microsoft.com/office/drawing/2014/main" id="{F9401C8E-F187-37DB-6B9F-CE47291F4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3250" y="549275"/>
            <a:ext cx="10985500" cy="74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l" defTabSz="1219170">
              <a:buClr>
                <a:srgbClr val="000000"/>
              </a:buClr>
              <a:buSzPts val="1800"/>
            </a:pPr>
            <a:r>
              <a:rPr lang="en-US" sz="2400" dirty="0"/>
              <a:t>Compare the graphs of human written and machine written stories</a:t>
            </a:r>
            <a:r>
              <a:rPr lang="en" sz="2133" kern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133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D6B732-BA23-3FBB-248D-39AA5AE00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291" y="2094824"/>
            <a:ext cx="7617839" cy="47249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BE3496-42DB-7E92-A19D-4FABF92E4AFB}"/>
              </a:ext>
            </a:extLst>
          </p:cNvPr>
          <p:cNvSpPr txBox="1"/>
          <p:nvPr/>
        </p:nvSpPr>
        <p:spPr>
          <a:xfrm>
            <a:off x="531425" y="3690206"/>
            <a:ext cx="2818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Model:  </a:t>
            </a:r>
            <a:r>
              <a:rPr lang="en-US" dirty="0"/>
              <a:t>all-MiniLM-L6-v2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A09B3-977D-72B1-9FEB-4DD5597F790D}"/>
              </a:ext>
            </a:extLst>
          </p:cNvPr>
          <p:cNvSpPr txBox="1"/>
          <p:nvPr/>
        </p:nvSpPr>
        <p:spPr>
          <a:xfrm>
            <a:off x="531425" y="4277400"/>
            <a:ext cx="32707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semantic event-based similarity</a:t>
            </a:r>
          </a:p>
          <a:p>
            <a:r>
              <a:rPr lang="en-US" dirty="0"/>
              <a:t>compare narratives across cultures by matching their extracted SVO events using embeddings and cosine similarity.</a:t>
            </a:r>
          </a:p>
        </p:txBody>
      </p:sp>
      <p:sp>
        <p:nvSpPr>
          <p:cNvPr id="14" name="Google Shape;280;p21">
            <a:extLst>
              <a:ext uri="{FF2B5EF4-FFF2-40B4-BE49-F238E27FC236}">
                <a16:creationId xmlns:a16="http://schemas.microsoft.com/office/drawing/2014/main" id="{9951EB7F-419F-F61C-EA43-FE4FC1F6FB6A}"/>
              </a:ext>
            </a:extLst>
          </p:cNvPr>
          <p:cNvSpPr/>
          <p:nvPr/>
        </p:nvSpPr>
        <p:spPr>
          <a:xfrm>
            <a:off x="714251" y="1418106"/>
            <a:ext cx="6952080" cy="466076"/>
          </a:xfrm>
          <a:prstGeom prst="roundRect">
            <a:avLst>
              <a:gd name="adj" fmla="val 2726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4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282;p21">
            <a:extLst>
              <a:ext uri="{FF2B5EF4-FFF2-40B4-BE49-F238E27FC236}">
                <a16:creationId xmlns:a16="http://schemas.microsoft.com/office/drawing/2014/main" id="{755A9663-1503-D08D-AEBB-5AD98356215C}"/>
              </a:ext>
            </a:extLst>
          </p:cNvPr>
          <p:cNvSpPr txBox="1"/>
          <p:nvPr/>
        </p:nvSpPr>
        <p:spPr>
          <a:xfrm>
            <a:off x="714249" y="1418106"/>
            <a:ext cx="7010602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1200"/>
            </a:pPr>
            <a:r>
              <a:rPr lang="en-US" sz="1600" b="1" dirty="0"/>
              <a:t>Similarity between stories from different cultures (Human Narratives)</a:t>
            </a:r>
            <a:endParaRPr sz="1600" b="1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" name="Google Shape;281;p21">
            <a:extLst>
              <a:ext uri="{FF2B5EF4-FFF2-40B4-BE49-F238E27FC236}">
                <a16:creationId xmlns:a16="http://schemas.microsoft.com/office/drawing/2014/main" id="{90308348-48DA-EAF1-043F-813F30F2A936}"/>
              </a:ext>
            </a:extLst>
          </p:cNvPr>
          <p:cNvSpPr/>
          <p:nvPr/>
        </p:nvSpPr>
        <p:spPr>
          <a:xfrm>
            <a:off x="603250" y="1564296"/>
            <a:ext cx="222000" cy="2220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133" kern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366733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0E6D5BE-B960-518B-0CDA-C423F61911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3192436"/>
              </p:ext>
            </p:extLst>
          </p:nvPr>
        </p:nvGraphicFramePr>
        <p:xfrm>
          <a:off x="5852160" y="2338251"/>
          <a:ext cx="5892231" cy="4388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E9AD475-6D34-3392-7F96-89BB42B62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708436"/>
              </p:ext>
            </p:extLst>
          </p:nvPr>
        </p:nvGraphicFramePr>
        <p:xfrm>
          <a:off x="124823" y="2063931"/>
          <a:ext cx="5892231" cy="4794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itle 5">
            <a:extLst>
              <a:ext uri="{FF2B5EF4-FFF2-40B4-BE49-F238E27FC236}">
                <a16:creationId xmlns:a16="http://schemas.microsoft.com/office/drawing/2014/main" id="{7C2DAE51-81A9-FB70-8D66-EA48E2D1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00" y="548633"/>
            <a:ext cx="10985200" cy="748800"/>
          </a:xfrm>
        </p:spPr>
        <p:txBody>
          <a:bodyPr/>
          <a:lstStyle/>
          <a:p>
            <a:pPr algn="l"/>
            <a:r>
              <a:rPr lang="en-US" dirty="0">
                <a:latin typeface="Montserrat SemiBold" panose="00000700000000000000" pitchFamily="2" charset="0"/>
              </a:rPr>
              <a:t>Structural Metrics</a:t>
            </a:r>
            <a:endParaRPr lang="en-US" dirty="0"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65E0A75A-663D-9F52-DCB6-4723731DBC22}"/>
              </a:ext>
            </a:extLst>
          </p:cNvPr>
          <p:cNvSpPr txBox="1">
            <a:spLocks/>
          </p:cNvSpPr>
          <p:nvPr/>
        </p:nvSpPr>
        <p:spPr>
          <a:xfrm>
            <a:off x="603400" y="988821"/>
            <a:ext cx="109852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US" sz="2400" kern="0" dirty="0">
                <a:latin typeface="Montserrat SemiBold" panose="00000700000000000000" pitchFamily="2" charset="0"/>
              </a:rPr>
              <a:t>Same Culture</a:t>
            </a:r>
            <a:endParaRPr lang="en-US" sz="2400" kern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7AD09F-ECF8-5977-F293-B3A72F70EF7E}"/>
              </a:ext>
            </a:extLst>
          </p:cNvPr>
          <p:cNvSpPr txBox="1"/>
          <p:nvPr/>
        </p:nvSpPr>
        <p:spPr>
          <a:xfrm>
            <a:off x="603400" y="1468011"/>
            <a:ext cx="64107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 Medium" panose="00000600000000000000" pitchFamily="2" charset="0"/>
              </a:rPr>
              <a:t>Consistent Compression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anose="00000600000000000000" pitchFamily="2" charset="0"/>
              </a:rPr>
              <a:t>Generated fewer events, connections and shorter narrative paths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anose="00000600000000000000" pitchFamily="2" charset="0"/>
              </a:rPr>
              <a:t>The stories became simpler and more linear</a:t>
            </a:r>
          </a:p>
        </p:txBody>
      </p:sp>
    </p:spTree>
    <p:extLst>
      <p:ext uri="{BB962C8B-B14F-4D97-AF65-F5344CB8AC3E}">
        <p14:creationId xmlns:p14="http://schemas.microsoft.com/office/powerpoint/2010/main" val="3471034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CCEAF-FABD-2F15-7DC7-50936CA1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36D7FD9-E611-A035-E53C-550279FB8C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2401685"/>
              </p:ext>
            </p:extLst>
          </p:nvPr>
        </p:nvGraphicFramePr>
        <p:xfrm>
          <a:off x="5852160" y="2177809"/>
          <a:ext cx="5892231" cy="4548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B0D8822-B6CF-9A18-D224-5FBFA88827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6426086"/>
              </p:ext>
            </p:extLst>
          </p:nvPr>
        </p:nvGraphicFramePr>
        <p:xfrm>
          <a:off x="124823" y="2063931"/>
          <a:ext cx="5892231" cy="4794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itle 5">
            <a:extLst>
              <a:ext uri="{FF2B5EF4-FFF2-40B4-BE49-F238E27FC236}">
                <a16:creationId xmlns:a16="http://schemas.microsoft.com/office/drawing/2014/main" id="{7BBE13B5-6C57-7A56-0C12-021F0D6D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00" y="548633"/>
            <a:ext cx="10985200" cy="748800"/>
          </a:xfrm>
        </p:spPr>
        <p:txBody>
          <a:bodyPr/>
          <a:lstStyle/>
          <a:p>
            <a:pPr algn="l"/>
            <a:r>
              <a:rPr lang="en-US" dirty="0">
                <a:latin typeface="Montserrat SemiBold" panose="00000700000000000000" pitchFamily="2" charset="0"/>
              </a:rPr>
              <a:t>Structural Metrics</a:t>
            </a:r>
            <a:endParaRPr lang="en-US" dirty="0"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28D47435-7917-5E45-8F59-FFB00F5A3C59}"/>
              </a:ext>
            </a:extLst>
          </p:cNvPr>
          <p:cNvSpPr txBox="1">
            <a:spLocks/>
          </p:cNvSpPr>
          <p:nvPr/>
        </p:nvSpPr>
        <p:spPr>
          <a:xfrm>
            <a:off x="603400" y="988821"/>
            <a:ext cx="109852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US" sz="2400" kern="0" dirty="0">
                <a:latin typeface="Montserrat SemiBold" panose="00000700000000000000" pitchFamily="2" charset="0"/>
              </a:rPr>
              <a:t>Cross Cultures</a:t>
            </a:r>
          </a:p>
        </p:txBody>
      </p:sp>
    </p:spTree>
    <p:extLst>
      <p:ext uri="{BB962C8B-B14F-4D97-AF65-F5344CB8AC3E}">
        <p14:creationId xmlns:p14="http://schemas.microsoft.com/office/powerpoint/2010/main" val="2212534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61F586-1C06-9487-5C25-806DD00F3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dirty="0"/>
              <a:t>Names</a:t>
            </a:r>
            <a:r>
              <a:rPr lang="en-US" sz="1800" dirty="0"/>
              <a:t> </a:t>
            </a:r>
          </a:p>
          <a:p>
            <a:pPr lvl="1"/>
            <a:r>
              <a:rPr lang="en-US" sz="1100" dirty="0"/>
              <a:t>Hansel → Bahram </a:t>
            </a:r>
          </a:p>
          <a:p>
            <a:pPr lvl="1"/>
            <a:r>
              <a:rPr lang="en-US" sz="1100" dirty="0"/>
              <a:t>Gretel → Laleh </a:t>
            </a:r>
          </a:p>
          <a:p>
            <a:pPr lvl="1"/>
            <a:r>
              <a:rPr lang="en-US" sz="1100" dirty="0"/>
              <a:t>Stepmother → Farzaneh </a:t>
            </a:r>
          </a:p>
          <a:p>
            <a:r>
              <a:rPr lang="en-US" sz="1800" b="1" dirty="0"/>
              <a:t>Cultural Setting</a:t>
            </a:r>
            <a:r>
              <a:rPr lang="en-US" sz="1800" dirty="0"/>
              <a:t> </a:t>
            </a:r>
          </a:p>
          <a:p>
            <a:pPr lvl="1"/>
            <a:r>
              <a:rPr lang="en-US" sz="1100" dirty="0"/>
              <a:t>Original: German/European forest. </a:t>
            </a:r>
          </a:p>
          <a:p>
            <a:pPr lvl="1"/>
            <a:r>
              <a:rPr lang="en-US" sz="1100" dirty="0"/>
              <a:t>Persian version: Vast Persian woodlands, desert-like elements, references to cypress and dunes. </a:t>
            </a:r>
          </a:p>
          <a:p>
            <a:r>
              <a:rPr lang="en-US" sz="1800" b="1" dirty="0"/>
              <a:t>Objects and Imagery</a:t>
            </a:r>
            <a:r>
              <a:rPr lang="en-US" sz="1800" dirty="0"/>
              <a:t> </a:t>
            </a:r>
          </a:p>
          <a:p>
            <a:pPr lvl="1"/>
            <a:r>
              <a:rPr lang="en-US" sz="1100" dirty="0"/>
              <a:t>Pebbles → Pearls (precious and culturally resonant in Persian context). </a:t>
            </a:r>
          </a:p>
          <a:p>
            <a:pPr lvl="1"/>
            <a:r>
              <a:rPr lang="en-US" sz="1100" dirty="0"/>
              <a:t>Bread and cakes → Honeyed bread, saffron cakes, dates (more Persian/Islamic culinary references). </a:t>
            </a:r>
          </a:p>
          <a:p>
            <a:r>
              <a:rPr lang="en-US" sz="1800" b="1" dirty="0"/>
              <a:t>Religious/Cultural References</a:t>
            </a:r>
            <a:r>
              <a:rPr lang="en-US" sz="1800" dirty="0"/>
              <a:t> </a:t>
            </a:r>
          </a:p>
          <a:p>
            <a:pPr lvl="1"/>
            <a:r>
              <a:rPr lang="en-US" sz="1100" dirty="0"/>
              <a:t>European: God is invoked for help. </a:t>
            </a:r>
          </a:p>
          <a:p>
            <a:pPr lvl="1"/>
            <a:r>
              <a:rPr lang="en-US" sz="1100" dirty="0"/>
              <a:t>Persian: Anahita, goddess of mercy, is invoked instead of a monotheistic God. </a:t>
            </a:r>
          </a:p>
          <a:p>
            <a:pPr lvl="1"/>
            <a:r>
              <a:rPr lang="en-US" sz="1100" dirty="0"/>
              <a:t>Includes poetic and mystical references: wind, desert, moonlit swan. </a:t>
            </a:r>
          </a:p>
          <a:p>
            <a:r>
              <a:rPr lang="en-US" sz="1800" b="1" dirty="0"/>
              <a:t>Storytelling Style</a:t>
            </a:r>
            <a:r>
              <a:rPr lang="en-US" sz="1800" dirty="0"/>
              <a:t> </a:t>
            </a:r>
          </a:p>
          <a:p>
            <a:pPr lvl="1"/>
            <a:r>
              <a:rPr lang="en-US" sz="1100" dirty="0"/>
              <a:t>Persian version uses more poetic language, metaphor, and elaborate description. </a:t>
            </a:r>
          </a:p>
          <a:p>
            <a:pPr lvl="1"/>
            <a:r>
              <a:rPr lang="en-US" sz="1100" dirty="0"/>
              <a:t>Dialogue often includes cultural expressions and imagery (e.g., “moonlit swan,” “stars of Isfahan”). </a:t>
            </a:r>
          </a:p>
          <a:p>
            <a:r>
              <a:rPr lang="en-US" sz="1800" b="1" dirty="0"/>
              <a:t>Magical Helpers</a:t>
            </a:r>
            <a:r>
              <a:rPr lang="en-US" sz="1800" dirty="0"/>
              <a:t> </a:t>
            </a:r>
          </a:p>
          <a:p>
            <a:pPr lvl="1"/>
            <a:r>
              <a:rPr lang="en-US" sz="1100" dirty="0"/>
              <a:t>European: Duck as a simple animal helper. </a:t>
            </a:r>
          </a:p>
          <a:p>
            <a:pPr lvl="1"/>
            <a:r>
              <a:rPr lang="en-US" sz="1100" dirty="0"/>
              <a:t>Persian: White duck described as a blessing from river spirits, tying into Persian mythology.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E34858-23C3-179F-B935-08E0F63D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Manual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A8E378-756E-7385-CA8C-38D8457C2995}"/>
              </a:ext>
            </a:extLst>
          </p:cNvPr>
          <p:cNvSpPr txBox="1"/>
          <p:nvPr/>
        </p:nvSpPr>
        <p:spPr>
          <a:xfrm>
            <a:off x="603400" y="1047701"/>
            <a:ext cx="707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HANSEL AND GRETEL story re-tolled by LLM in the Persian culture</a:t>
            </a:r>
          </a:p>
        </p:txBody>
      </p:sp>
    </p:spTree>
    <p:extLst>
      <p:ext uri="{BB962C8B-B14F-4D97-AF65-F5344CB8AC3E}">
        <p14:creationId xmlns:p14="http://schemas.microsoft.com/office/powerpoint/2010/main" val="3818117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8182E4-8B6F-5B69-8965-241C469E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Graph edit distance: Human narratives vs LLM in the same culture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2CEE987-EADB-17A6-21A3-3566D61B98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256515"/>
              </p:ext>
            </p:extLst>
          </p:nvPr>
        </p:nvGraphicFramePr>
        <p:xfrm>
          <a:off x="6836735" y="2254102"/>
          <a:ext cx="5404884" cy="4603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BA5906-325F-455D-F0B5-2EB43EA8806E}"/>
              </a:ext>
            </a:extLst>
          </p:cNvPr>
          <p:cNvSpPr txBox="1"/>
          <p:nvPr/>
        </p:nvSpPr>
        <p:spPr>
          <a:xfrm>
            <a:off x="603400" y="1677588"/>
            <a:ext cx="103481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GED represents strict structural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SVO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 in event granularity and wording, which increases edit distance</a:t>
            </a:r>
          </a:p>
        </p:txBody>
      </p:sp>
    </p:spTree>
    <p:extLst>
      <p:ext uri="{BB962C8B-B14F-4D97-AF65-F5344CB8AC3E}">
        <p14:creationId xmlns:p14="http://schemas.microsoft.com/office/powerpoint/2010/main" val="1784728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D5BC5-7440-84B3-5DBD-C1EA9C747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4BA9E9-0B0B-C703-0821-3CA50F0E4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en-US" dirty="0">
                <a:latin typeface="Montserrat SemiBold" panose="00000700000000000000" pitchFamily="2" charset="0"/>
              </a:rPr>
              <a:t>Semantic Metrics</a:t>
            </a:r>
            <a:endParaRPr lang="en-US" dirty="0">
              <a:latin typeface="Montserrat SemiBold" panose="00000700000000000000" pitchFamily="2" charset="0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5066682-FE4F-D427-6A37-534962E03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0" y="1201431"/>
            <a:ext cx="51010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similarity (continuous score 0–1)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computed using embeddings (SBERT + cosine similarity) 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6" name="Chart 15">
                <a:extLst>
                  <a:ext uri="{FF2B5EF4-FFF2-40B4-BE49-F238E27FC236}">
                    <a16:creationId xmlns:a16="http://schemas.microsoft.com/office/drawing/2014/main" id="{2AD7A1B0-4EAE-098E-002C-CBE18A2734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92937693"/>
                  </p:ext>
                </p:extLst>
              </p:nvPr>
            </p:nvGraphicFramePr>
            <p:xfrm>
              <a:off x="603400" y="1297433"/>
              <a:ext cx="10837233" cy="513526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16" name="Chart 15">
                <a:extLst>
                  <a:ext uri="{FF2B5EF4-FFF2-40B4-BE49-F238E27FC236}">
                    <a16:creationId xmlns:a16="http://schemas.microsoft.com/office/drawing/2014/main" id="{2AD7A1B0-4EAE-098E-002C-CBE18A2734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3400" y="1297433"/>
                <a:ext cx="10837233" cy="5135266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B84D2A0-7099-1E76-9D58-2D098103B9EF}"/>
              </a:ext>
            </a:extLst>
          </p:cNvPr>
          <p:cNvSpPr txBox="1"/>
          <p:nvPr/>
        </p:nvSpPr>
        <p:spPr>
          <a:xfrm>
            <a:off x="893135" y="3732028"/>
            <a:ext cx="48113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tserrat Medium" panose="00000600000000000000" pitchFamily="2" charset="0"/>
              </a:rPr>
              <a:t>Despite structural compression semantic similarity remains high</a:t>
            </a:r>
          </a:p>
          <a:p>
            <a:r>
              <a:rPr lang="en-US" sz="1400" dirty="0">
                <a:latin typeface="Montserrat Medium" panose="00000600000000000000" pitchFamily="2" charset="0"/>
              </a:rPr>
              <a:t>The meaning of stories is largely preserved </a:t>
            </a:r>
          </a:p>
          <a:p>
            <a:endParaRPr lang="en-US" sz="1400" dirty="0">
              <a:latin typeface="Montserrat Medium" panose="00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C2929B-1E55-6EF6-2178-633EF0160003}"/>
              </a:ext>
            </a:extLst>
          </p:cNvPr>
          <p:cNvSpPr txBox="1"/>
          <p:nvPr/>
        </p:nvSpPr>
        <p:spPr>
          <a:xfrm>
            <a:off x="6487526" y="3732028"/>
            <a:ext cx="44301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Montserrat Medium" panose="00000600000000000000" pitchFamily="2" charset="0"/>
              </a:rPr>
              <a:t>Cross- cultural retellings introduce more variation and distortion.</a:t>
            </a:r>
          </a:p>
          <a:p>
            <a:r>
              <a:rPr lang="en-US" sz="1400" dirty="0">
                <a:latin typeface="Montserrat Medium" panose="00000600000000000000" pitchFamily="2" charset="0"/>
              </a:rPr>
              <a:t>Suggesting that adapting to another culture story is a more difficult task </a:t>
            </a:r>
          </a:p>
        </p:txBody>
      </p:sp>
    </p:spTree>
    <p:extLst>
      <p:ext uri="{BB962C8B-B14F-4D97-AF65-F5344CB8AC3E}">
        <p14:creationId xmlns:p14="http://schemas.microsoft.com/office/powerpoint/2010/main" val="1940671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2AE82A-7AF7-17CD-A4DD-1B467C48B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Interpretation: What Do These Results Mean?</a:t>
            </a:r>
            <a:br>
              <a:rPr lang="en-US" dirty="0"/>
            </a:br>
            <a:endParaRPr lang="en-US" dirty="0"/>
          </a:p>
        </p:txBody>
      </p:sp>
      <p:sp>
        <p:nvSpPr>
          <p:cNvPr id="4" name="Google Shape;117;p18">
            <a:extLst>
              <a:ext uri="{FF2B5EF4-FFF2-40B4-BE49-F238E27FC236}">
                <a16:creationId xmlns:a16="http://schemas.microsoft.com/office/drawing/2014/main" id="{C48ECB3C-66FD-941A-46B0-707828E73223}"/>
              </a:ext>
            </a:extLst>
          </p:cNvPr>
          <p:cNvSpPr/>
          <p:nvPr/>
        </p:nvSpPr>
        <p:spPr>
          <a:xfrm>
            <a:off x="5801360" y="1840984"/>
            <a:ext cx="3454400" cy="1439426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0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118;p18">
            <a:extLst>
              <a:ext uri="{FF2B5EF4-FFF2-40B4-BE49-F238E27FC236}">
                <a16:creationId xmlns:a16="http://schemas.microsoft.com/office/drawing/2014/main" id="{9537A4ED-35C7-D722-308C-F3E98187963A}"/>
              </a:ext>
            </a:extLst>
          </p:cNvPr>
          <p:cNvSpPr txBox="1"/>
          <p:nvPr/>
        </p:nvSpPr>
        <p:spPr>
          <a:xfrm>
            <a:off x="1977656" y="1848653"/>
            <a:ext cx="3165569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defTabSz="1219170">
              <a:buClr>
                <a:srgbClr val="000000"/>
              </a:buClr>
              <a:buSzPts val="1800"/>
            </a:pPr>
            <a:r>
              <a:rPr lang="en-US" sz="2000" b="1" dirty="0"/>
              <a:t>Semantic preservers</a:t>
            </a:r>
            <a:endParaRPr sz="2000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" name="Google Shape;119;p18">
            <a:extLst>
              <a:ext uri="{FF2B5EF4-FFF2-40B4-BE49-F238E27FC236}">
                <a16:creationId xmlns:a16="http://schemas.microsoft.com/office/drawing/2014/main" id="{BDB23AB3-7843-E273-3332-DF6C168F1424}"/>
              </a:ext>
            </a:extLst>
          </p:cNvPr>
          <p:cNvSpPr txBox="1"/>
          <p:nvPr/>
        </p:nvSpPr>
        <p:spPr>
          <a:xfrm>
            <a:off x="1853926" y="2386526"/>
            <a:ext cx="3398834" cy="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defTabSz="1219170">
              <a:buClr>
                <a:srgbClr val="000000"/>
              </a:buClr>
              <a:buSzPts val="1400"/>
            </a:pPr>
            <a:r>
              <a:rPr lang="en-US" sz="1400" kern="0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Able to preserve majority of structure</a:t>
            </a:r>
            <a:endParaRPr sz="1400" kern="0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" name="Google Shape;120;p18">
            <a:extLst>
              <a:ext uri="{FF2B5EF4-FFF2-40B4-BE49-F238E27FC236}">
                <a16:creationId xmlns:a16="http://schemas.microsoft.com/office/drawing/2014/main" id="{814972EF-FF05-3A15-D5B6-ECB694D609B1}"/>
              </a:ext>
            </a:extLst>
          </p:cNvPr>
          <p:cNvSpPr txBox="1"/>
          <p:nvPr/>
        </p:nvSpPr>
        <p:spPr>
          <a:xfrm>
            <a:off x="5925976" y="1859286"/>
            <a:ext cx="3164683" cy="4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defTabSz="1219170">
              <a:buClr>
                <a:srgbClr val="000000"/>
              </a:buClr>
              <a:buSzPts val="1800"/>
            </a:pPr>
            <a:r>
              <a:rPr lang="en-US" sz="2000" b="1" dirty="0"/>
              <a:t>Structure simplifiers</a:t>
            </a:r>
            <a:endParaRPr sz="2000" kern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" name="Google Shape;117;p18">
            <a:extLst>
              <a:ext uri="{FF2B5EF4-FFF2-40B4-BE49-F238E27FC236}">
                <a16:creationId xmlns:a16="http://schemas.microsoft.com/office/drawing/2014/main" id="{54FE7DF0-A2B5-0655-2869-5ACFE344FC19}"/>
              </a:ext>
            </a:extLst>
          </p:cNvPr>
          <p:cNvSpPr/>
          <p:nvPr/>
        </p:nvSpPr>
        <p:spPr>
          <a:xfrm>
            <a:off x="1853927" y="1838418"/>
            <a:ext cx="3454400" cy="1439426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D40AA3-4834-210B-6C05-EAA6E8B1C75A}"/>
              </a:ext>
            </a:extLst>
          </p:cNvPr>
          <p:cNvSpPr txBox="1"/>
          <p:nvPr/>
        </p:nvSpPr>
        <p:spPr>
          <a:xfrm>
            <a:off x="603400" y="1364093"/>
            <a:ext cx="5692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tested model as representative of LLMs:</a:t>
            </a:r>
          </a:p>
        </p:txBody>
      </p:sp>
      <p:sp>
        <p:nvSpPr>
          <p:cNvPr id="36" name="Title 2">
            <a:extLst>
              <a:ext uri="{FF2B5EF4-FFF2-40B4-BE49-F238E27FC236}">
                <a16:creationId xmlns:a16="http://schemas.microsoft.com/office/drawing/2014/main" id="{4334FB15-19E1-4D1A-B691-C4603EE97D2F}"/>
              </a:ext>
            </a:extLst>
          </p:cNvPr>
          <p:cNvSpPr txBox="1">
            <a:spLocks/>
          </p:cNvSpPr>
          <p:nvPr/>
        </p:nvSpPr>
        <p:spPr>
          <a:xfrm>
            <a:off x="603400" y="3468361"/>
            <a:ext cx="109852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US" sz="2400" kern="0" dirty="0"/>
              <a:t>Are LLMs Cultural Translators?</a:t>
            </a:r>
            <a:br>
              <a:rPr lang="en-US" sz="2400" kern="0" dirty="0"/>
            </a:br>
            <a:endParaRPr lang="en-US" sz="2400" kern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E4115E-E2B7-4DAC-BA14-AADED0AD806E}"/>
              </a:ext>
            </a:extLst>
          </p:cNvPr>
          <p:cNvSpPr txBox="1"/>
          <p:nvPr/>
        </p:nvSpPr>
        <p:spPr>
          <a:xfrm>
            <a:off x="603400" y="387306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Partially YES</a:t>
            </a:r>
            <a:endParaRPr lang="en-US" dirty="0"/>
          </a:p>
        </p:txBody>
      </p:sp>
      <p:sp>
        <p:nvSpPr>
          <p:cNvPr id="39" name="Google Shape;117;p18">
            <a:extLst>
              <a:ext uri="{FF2B5EF4-FFF2-40B4-BE49-F238E27FC236}">
                <a16:creationId xmlns:a16="http://schemas.microsoft.com/office/drawing/2014/main" id="{46570E95-2A99-3793-C8CB-9E3DAEE638DF}"/>
              </a:ext>
            </a:extLst>
          </p:cNvPr>
          <p:cNvSpPr/>
          <p:nvPr/>
        </p:nvSpPr>
        <p:spPr>
          <a:xfrm>
            <a:off x="5745793" y="4444223"/>
            <a:ext cx="3454400" cy="1439426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000" ker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Google Shape;119;p18">
            <a:extLst>
              <a:ext uri="{FF2B5EF4-FFF2-40B4-BE49-F238E27FC236}">
                <a16:creationId xmlns:a16="http://schemas.microsoft.com/office/drawing/2014/main" id="{29AFCC11-C4FE-74B0-765C-BC471E10FC6F}"/>
              </a:ext>
            </a:extLst>
          </p:cNvPr>
          <p:cNvSpPr txBox="1"/>
          <p:nvPr/>
        </p:nvSpPr>
        <p:spPr>
          <a:xfrm>
            <a:off x="1798359" y="4832274"/>
            <a:ext cx="3398834" cy="990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anose="00000600000000000000" pitchFamily="2" charset="0"/>
              </a:rPr>
              <a:t>Preserve core meaning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ontserrat Medium" panose="00000600000000000000" pitchFamily="2" charset="0"/>
              </a:rPr>
              <a:t>Maintain main narrative flow </a:t>
            </a:r>
          </a:p>
        </p:txBody>
      </p:sp>
      <p:sp>
        <p:nvSpPr>
          <p:cNvPr id="43" name="Google Shape;121;p18">
            <a:extLst>
              <a:ext uri="{FF2B5EF4-FFF2-40B4-BE49-F238E27FC236}">
                <a16:creationId xmlns:a16="http://schemas.microsoft.com/office/drawing/2014/main" id="{0C05D52F-72BD-6FF1-3D02-F54B2D5DB05E}"/>
              </a:ext>
            </a:extLst>
          </p:cNvPr>
          <p:cNvSpPr txBox="1"/>
          <p:nvPr/>
        </p:nvSpPr>
        <p:spPr>
          <a:xfrm>
            <a:off x="5745793" y="4815618"/>
            <a:ext cx="3454400" cy="63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Lose cultural nuances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Compress storytelling richness </a:t>
            </a:r>
          </a:p>
        </p:txBody>
      </p:sp>
      <p:sp>
        <p:nvSpPr>
          <p:cNvPr id="44" name="Google Shape;117;p18">
            <a:extLst>
              <a:ext uri="{FF2B5EF4-FFF2-40B4-BE49-F238E27FC236}">
                <a16:creationId xmlns:a16="http://schemas.microsoft.com/office/drawing/2014/main" id="{1AC5001A-3312-FD1A-0EE2-081DC69EC1F9}"/>
              </a:ext>
            </a:extLst>
          </p:cNvPr>
          <p:cNvSpPr/>
          <p:nvPr/>
        </p:nvSpPr>
        <p:spPr>
          <a:xfrm>
            <a:off x="1798360" y="4441657"/>
            <a:ext cx="3454400" cy="1439426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F28D96-F190-06DA-1D84-B588E52BC8CC}"/>
              </a:ext>
            </a:extLst>
          </p:cNvPr>
          <p:cNvSpPr txBox="1"/>
          <p:nvPr/>
        </p:nvSpPr>
        <p:spPr>
          <a:xfrm>
            <a:off x="603400" y="6067812"/>
            <a:ext cx="110666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Also depends on what aspects of culture you look for, </a:t>
            </a:r>
            <a:r>
              <a:rPr lang="en-US" dirty="0"/>
              <a:t>LLMs are </a:t>
            </a:r>
            <a:r>
              <a:rPr lang="en-US" b="1" dirty="0"/>
              <a:t>approximate cultural translators</a:t>
            </a:r>
            <a:r>
              <a:rPr lang="en-US" dirty="0"/>
              <a:t>, not perfect ones</a:t>
            </a:r>
          </a:p>
          <a:p>
            <a:r>
              <a:rPr lang="en-US" b="1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9B8474-DAE0-6E56-2394-A89565954870}"/>
              </a:ext>
            </a:extLst>
          </p:cNvPr>
          <p:cNvSpPr txBox="1"/>
          <p:nvPr/>
        </p:nvSpPr>
        <p:spPr>
          <a:xfrm>
            <a:off x="5974228" y="2354872"/>
            <a:ext cx="35047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rtl="1"/>
            <a:r>
              <a:rPr lang="en-US" sz="1400" dirty="0">
                <a:latin typeface="Montserrat Medium" panose="00000600000000000000" pitchFamily="2" charset="0"/>
              </a:rPr>
              <a:t>Removed less important events  Whilst keeping the main storyline</a:t>
            </a:r>
          </a:p>
        </p:txBody>
      </p:sp>
    </p:spTree>
    <p:extLst>
      <p:ext uri="{BB962C8B-B14F-4D97-AF65-F5344CB8AC3E}">
        <p14:creationId xmlns:p14="http://schemas.microsoft.com/office/powerpoint/2010/main" val="467432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56F419-1D8F-3273-1B31-F8B0295AC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536633"/>
            <a:ext cx="10272000" cy="3584007"/>
          </a:xfrm>
        </p:spPr>
        <p:txBody>
          <a:bodyPr/>
          <a:lstStyle/>
          <a:p>
            <a:r>
              <a:rPr lang="en-US" dirty="0"/>
              <a:t>Small dataset (30 stories) –Already translated – cultural simplification</a:t>
            </a:r>
          </a:p>
          <a:p>
            <a:r>
              <a:rPr lang="en-US" dirty="0"/>
              <a:t>Only one LLM model test</a:t>
            </a:r>
          </a:p>
          <a:p>
            <a:r>
              <a:rPr lang="en-US" dirty="0"/>
              <a:t>Event extraction noise </a:t>
            </a:r>
          </a:p>
          <a:p>
            <a:r>
              <a:rPr lang="en-US" dirty="0"/>
              <a:t>Graph simplification assumptions </a:t>
            </a:r>
          </a:p>
          <a:p>
            <a:r>
              <a:rPr lang="en-US" dirty="0"/>
              <a:t>Limited cultural diversity</a:t>
            </a:r>
          </a:p>
          <a:p>
            <a:r>
              <a:rPr lang="en-US" dirty="0"/>
              <a:t>Ignoring other aspects of cultural effects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494E25-82D4-37FE-F0B0-DA5F73FC9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2879589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0B4E09-841A-3C34-DC59-7E1E3A86F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55FC38-E4D6-7B17-66A8-CA863AE91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87233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2089</TotalTime>
  <Words>1987</Words>
  <Application>Microsoft Office PowerPoint</Application>
  <PresentationFormat>Widescreen</PresentationFormat>
  <Paragraphs>397</Paragraphs>
  <Slides>26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Aptos</vt:lpstr>
      <vt:lpstr>Aptos Narrow</vt:lpstr>
      <vt:lpstr>Arial</vt:lpstr>
      <vt:lpstr>Consolas</vt:lpstr>
      <vt:lpstr>Inter</vt:lpstr>
      <vt:lpstr>Montserrat</vt:lpstr>
      <vt:lpstr>Montserrat Medium</vt:lpstr>
      <vt:lpstr>Montserrat SemiBold</vt:lpstr>
      <vt:lpstr>Play</vt:lpstr>
      <vt:lpstr>Wingdings</vt:lpstr>
      <vt:lpstr>Energy Infographics by Slidesgo</vt:lpstr>
      <vt:lpstr>1_Energy Infographics by Slidesgo</vt:lpstr>
      <vt:lpstr>1_Slidesgo Final Pages</vt:lpstr>
      <vt:lpstr>Stories We Tell (and the Machines Retell)</vt:lpstr>
      <vt:lpstr>Introduction</vt:lpstr>
      <vt:lpstr>PowerPoint Presentation</vt:lpstr>
      <vt:lpstr>PowerPoint Presentation</vt:lpstr>
      <vt:lpstr>Road Map</vt:lpstr>
      <vt:lpstr>Choose the cultures and Collect the stories</vt:lpstr>
      <vt:lpstr>Road Map</vt:lpstr>
      <vt:lpstr>Ask LLMs to generate the stories in the same and cross culture </vt:lpstr>
      <vt:lpstr>Ask LLMs to generate the stories in the same and cross culture </vt:lpstr>
      <vt:lpstr>Road Map</vt:lpstr>
      <vt:lpstr>Convert narratives into graphs with defined method </vt:lpstr>
      <vt:lpstr>Convert narratives into graphs with defined method </vt:lpstr>
      <vt:lpstr>Human VS LLM Generated In the same cultures</vt:lpstr>
      <vt:lpstr>Human VS LLM Generated cross culture</vt:lpstr>
      <vt:lpstr>Road Map</vt:lpstr>
      <vt:lpstr>Define Analyzing Methods and Metrics</vt:lpstr>
      <vt:lpstr>Road Map</vt:lpstr>
      <vt:lpstr>Compare the graphs of human written and machine written stories </vt:lpstr>
      <vt:lpstr>Structural Metrics</vt:lpstr>
      <vt:lpstr>Structural Metrics</vt:lpstr>
      <vt:lpstr>Manual Analysis</vt:lpstr>
      <vt:lpstr>Graph edit distance: Human narratives vs LLM in the same culture</vt:lpstr>
      <vt:lpstr>Semantic Metrics</vt:lpstr>
      <vt:lpstr>Interpretation: What Do These Results Mean? </vt:lpstr>
      <vt:lpstr>Limitations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Shakiba Foutohi</dc:creator>
  <cp:lastModifiedBy>Shakiba Foutohi</cp:lastModifiedBy>
  <cp:revision>1</cp:revision>
  <dcterms:created xsi:type="dcterms:W3CDTF">2026-03-23T15:24:58Z</dcterms:created>
  <dcterms:modified xsi:type="dcterms:W3CDTF">2026-03-27T12:41:08Z</dcterms:modified>
</cp:coreProperties>
</file>